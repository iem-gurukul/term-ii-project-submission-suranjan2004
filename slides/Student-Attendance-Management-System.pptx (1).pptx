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373B4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1" i="0">
                <a:solidFill>
                  <a:srgbClr val="52586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9016" y="9686925"/>
            <a:ext cx="2153221" cy="5143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373B4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1" i="0">
                <a:solidFill>
                  <a:srgbClr val="52586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373B4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373B4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5335" y="678605"/>
            <a:ext cx="13503008" cy="140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373B4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5335" y="2117700"/>
            <a:ext cx="9613265" cy="6933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1" i="0">
                <a:solidFill>
                  <a:srgbClr val="52586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0"/>
            <a:ext cx="6857998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9538" y="3372361"/>
            <a:ext cx="7052309" cy="174942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dirty="0" sz="5550"/>
              <a:t>Student</a:t>
            </a:r>
            <a:r>
              <a:rPr dirty="0" sz="5550" spc="-40"/>
              <a:t> </a:t>
            </a:r>
            <a:r>
              <a:rPr dirty="0" sz="5550" spc="-10"/>
              <a:t>Attendance </a:t>
            </a:r>
            <a:r>
              <a:rPr dirty="0" sz="5550"/>
              <a:t>Management</a:t>
            </a:r>
            <a:r>
              <a:rPr dirty="0" sz="5550" spc="-55"/>
              <a:t> </a:t>
            </a:r>
            <a:r>
              <a:rPr dirty="0" sz="5550" spc="-10"/>
              <a:t>System</a:t>
            </a:r>
            <a:endParaRPr sz="5550"/>
          </a:p>
        </p:txBody>
      </p:sp>
      <p:sp>
        <p:nvSpPr>
          <p:cNvPr id="4" name="object 4" descr=""/>
          <p:cNvSpPr txBox="1"/>
          <p:nvPr/>
        </p:nvSpPr>
        <p:spPr>
          <a:xfrm>
            <a:off x="979538" y="5583799"/>
            <a:ext cx="5571490" cy="1131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Java</a:t>
            </a:r>
            <a:r>
              <a:rPr dirty="0" sz="2150" spc="8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Object-Oriented</a:t>
            </a:r>
            <a:r>
              <a:rPr dirty="0" sz="2150" spc="8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Programming</a:t>
            </a:r>
            <a:r>
              <a:rPr dirty="0" sz="2150" spc="9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Project</a:t>
            </a:r>
            <a:endParaRPr sz="2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150" b="1">
                <a:solidFill>
                  <a:srgbClr val="52586A"/>
                </a:solidFill>
                <a:latin typeface="Arial"/>
                <a:cs typeface="Arial"/>
              </a:rPr>
              <a:t>Suranjan</a:t>
            </a:r>
            <a:r>
              <a:rPr dirty="0" sz="2150" spc="3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52586A"/>
                </a:solidFill>
                <a:latin typeface="Arial"/>
                <a:cs typeface="Arial"/>
              </a:rPr>
              <a:t>Kuila</a:t>
            </a:r>
            <a:r>
              <a:rPr dirty="0" sz="2150" spc="4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|</a:t>
            </a:r>
            <a:r>
              <a:rPr dirty="0" sz="2150" spc="4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IT</a:t>
            </a:r>
            <a:r>
              <a:rPr dirty="0" sz="2150" spc="3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Department</a:t>
            </a:r>
            <a:r>
              <a:rPr dirty="0" sz="2150" spc="4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|</a:t>
            </a:r>
            <a:r>
              <a:rPr dirty="0" sz="2150" spc="4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Roll</a:t>
            </a:r>
            <a:r>
              <a:rPr dirty="0" sz="2150" spc="4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No.</a:t>
            </a:r>
            <a:r>
              <a:rPr dirty="0" sz="2150" spc="4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25">
                <a:solidFill>
                  <a:srgbClr val="52586A"/>
                </a:solidFill>
                <a:latin typeface="Arial MT"/>
                <a:cs typeface="Arial MT"/>
              </a:rPr>
              <a:t>63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7637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110"/>
              </a:spcBef>
            </a:pPr>
            <a:r>
              <a:rPr dirty="0" sz="5550"/>
              <a:t>Problem</a:t>
            </a:r>
            <a:r>
              <a:rPr dirty="0" sz="5550" spc="-40"/>
              <a:t> </a:t>
            </a:r>
            <a:r>
              <a:rPr dirty="0" sz="5550" spc="-10"/>
              <a:t>Statement</a:t>
            </a:r>
            <a:endParaRPr sz="5550"/>
          </a:p>
        </p:txBody>
      </p:sp>
      <p:sp>
        <p:nvSpPr>
          <p:cNvPr id="3" name="object 3" descr=""/>
          <p:cNvSpPr txBox="1"/>
          <p:nvPr/>
        </p:nvSpPr>
        <p:spPr>
          <a:xfrm>
            <a:off x="979538" y="2679560"/>
            <a:ext cx="1238250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Traditional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manual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attendance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systems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face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significant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challenges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in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today's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educational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institutions: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54138" y="3478264"/>
            <a:ext cx="8067675" cy="2655570"/>
            <a:chOff x="954138" y="3478264"/>
            <a:chExt cx="8067675" cy="2655570"/>
          </a:xfrm>
        </p:grpSpPr>
        <p:sp>
          <p:nvSpPr>
            <p:cNvPr id="5" name="object 5" descr=""/>
            <p:cNvSpPr/>
            <p:nvPr/>
          </p:nvSpPr>
          <p:spPr>
            <a:xfrm>
              <a:off x="973188" y="3478264"/>
              <a:ext cx="8048625" cy="2655570"/>
            </a:xfrm>
            <a:custGeom>
              <a:avLst/>
              <a:gdLst/>
              <a:ahLst/>
              <a:cxnLst/>
              <a:rect l="l" t="t" r="r" b="b"/>
              <a:pathLst>
                <a:path w="8048625" h="2655570">
                  <a:moveTo>
                    <a:pt x="203733" y="2655188"/>
                  </a:moveTo>
                  <a:lnTo>
                    <a:pt x="203242" y="2655188"/>
                  </a:lnTo>
                  <a:lnTo>
                    <a:pt x="157064" y="2649896"/>
                  </a:lnTo>
                  <a:lnTo>
                    <a:pt x="114195" y="2634742"/>
                  </a:lnTo>
                  <a:lnTo>
                    <a:pt x="76364" y="2610931"/>
                  </a:lnTo>
                  <a:lnTo>
                    <a:pt x="44799" y="2579671"/>
                  </a:lnTo>
                  <a:lnTo>
                    <a:pt x="20730" y="2542169"/>
                  </a:lnTo>
                  <a:lnTo>
                    <a:pt x="5387" y="2499629"/>
                  </a:lnTo>
                  <a:lnTo>
                    <a:pt x="0" y="2453259"/>
                  </a:lnTo>
                  <a:lnTo>
                    <a:pt x="0" y="201930"/>
                  </a:lnTo>
                  <a:lnTo>
                    <a:pt x="5387" y="155564"/>
                  </a:lnTo>
                  <a:lnTo>
                    <a:pt x="20730" y="113036"/>
                  </a:lnTo>
                  <a:lnTo>
                    <a:pt x="44799" y="75546"/>
                  </a:lnTo>
                  <a:lnTo>
                    <a:pt x="76364" y="44297"/>
                  </a:lnTo>
                  <a:lnTo>
                    <a:pt x="114195" y="20488"/>
                  </a:lnTo>
                  <a:lnTo>
                    <a:pt x="157064" y="5322"/>
                  </a:lnTo>
                  <a:lnTo>
                    <a:pt x="203739" y="0"/>
                  </a:lnTo>
                  <a:lnTo>
                    <a:pt x="7844313" y="0"/>
                  </a:lnTo>
                  <a:lnTo>
                    <a:pt x="7844313" y="19050"/>
                  </a:lnTo>
                  <a:lnTo>
                    <a:pt x="203739" y="19050"/>
                  </a:lnTo>
                  <a:lnTo>
                    <a:pt x="203739" y="38100"/>
                  </a:lnTo>
                  <a:lnTo>
                    <a:pt x="159654" y="43965"/>
                  </a:lnTo>
                  <a:lnTo>
                    <a:pt x="120071" y="60508"/>
                  </a:lnTo>
                  <a:lnTo>
                    <a:pt x="86558" y="86153"/>
                  </a:lnTo>
                  <a:lnTo>
                    <a:pt x="60681" y="119323"/>
                  </a:lnTo>
                  <a:lnTo>
                    <a:pt x="44006" y="158441"/>
                  </a:lnTo>
                  <a:lnTo>
                    <a:pt x="38100" y="201930"/>
                  </a:lnTo>
                  <a:lnTo>
                    <a:pt x="38100" y="2453259"/>
                  </a:lnTo>
                  <a:lnTo>
                    <a:pt x="44006" y="2496747"/>
                  </a:lnTo>
                  <a:lnTo>
                    <a:pt x="60681" y="2535865"/>
                  </a:lnTo>
                  <a:lnTo>
                    <a:pt x="86558" y="2569035"/>
                  </a:lnTo>
                  <a:lnTo>
                    <a:pt x="120071" y="2594680"/>
                  </a:lnTo>
                  <a:lnTo>
                    <a:pt x="159654" y="2611223"/>
                  </a:lnTo>
                  <a:lnTo>
                    <a:pt x="203739" y="2617088"/>
                  </a:lnTo>
                  <a:lnTo>
                    <a:pt x="7961841" y="2617088"/>
                  </a:lnTo>
                  <a:lnTo>
                    <a:pt x="7933739" y="2634742"/>
                  </a:lnTo>
                  <a:lnTo>
                    <a:pt x="7929791" y="2636138"/>
                  </a:lnTo>
                  <a:lnTo>
                    <a:pt x="203739" y="2636138"/>
                  </a:lnTo>
                  <a:lnTo>
                    <a:pt x="203733" y="2655188"/>
                  </a:lnTo>
                  <a:close/>
                </a:path>
                <a:path w="8048625" h="2655570">
                  <a:moveTo>
                    <a:pt x="7961841" y="2617088"/>
                  </a:moveTo>
                  <a:lnTo>
                    <a:pt x="7844313" y="2617088"/>
                  </a:lnTo>
                  <a:lnTo>
                    <a:pt x="7888399" y="2611223"/>
                  </a:lnTo>
                  <a:lnTo>
                    <a:pt x="7927981" y="2594680"/>
                  </a:lnTo>
                  <a:lnTo>
                    <a:pt x="7961494" y="2569035"/>
                  </a:lnTo>
                  <a:lnTo>
                    <a:pt x="7987371" y="2535865"/>
                  </a:lnTo>
                  <a:lnTo>
                    <a:pt x="8004046" y="2496747"/>
                  </a:lnTo>
                  <a:lnTo>
                    <a:pt x="8009953" y="2453259"/>
                  </a:lnTo>
                  <a:lnTo>
                    <a:pt x="8009953" y="201930"/>
                  </a:lnTo>
                  <a:lnTo>
                    <a:pt x="8004046" y="158441"/>
                  </a:lnTo>
                  <a:lnTo>
                    <a:pt x="7987371" y="119323"/>
                  </a:lnTo>
                  <a:lnTo>
                    <a:pt x="7961494" y="86153"/>
                  </a:lnTo>
                  <a:lnTo>
                    <a:pt x="7927981" y="60508"/>
                  </a:lnTo>
                  <a:lnTo>
                    <a:pt x="7888399" y="43965"/>
                  </a:lnTo>
                  <a:lnTo>
                    <a:pt x="7844313" y="38100"/>
                  </a:lnTo>
                  <a:lnTo>
                    <a:pt x="203739" y="38100"/>
                  </a:lnTo>
                  <a:lnTo>
                    <a:pt x="203739" y="19050"/>
                  </a:lnTo>
                  <a:lnTo>
                    <a:pt x="7844313" y="19050"/>
                  </a:lnTo>
                  <a:lnTo>
                    <a:pt x="7844313" y="0"/>
                  </a:lnTo>
                  <a:lnTo>
                    <a:pt x="7890958" y="5322"/>
                  </a:lnTo>
                  <a:lnTo>
                    <a:pt x="7933815" y="20488"/>
                  </a:lnTo>
                  <a:lnTo>
                    <a:pt x="7971648" y="44297"/>
                  </a:lnTo>
                  <a:lnTo>
                    <a:pt x="8003223" y="75546"/>
                  </a:lnTo>
                  <a:lnTo>
                    <a:pt x="8027305" y="113036"/>
                  </a:lnTo>
                  <a:lnTo>
                    <a:pt x="8042660" y="155564"/>
                  </a:lnTo>
                  <a:lnTo>
                    <a:pt x="8048053" y="201930"/>
                  </a:lnTo>
                  <a:lnTo>
                    <a:pt x="8048053" y="2453259"/>
                  </a:lnTo>
                  <a:lnTo>
                    <a:pt x="8042663" y="2499629"/>
                  </a:lnTo>
                  <a:lnTo>
                    <a:pt x="8027311" y="2542169"/>
                  </a:lnTo>
                  <a:lnTo>
                    <a:pt x="8003223" y="2579671"/>
                  </a:lnTo>
                  <a:lnTo>
                    <a:pt x="7971625" y="2610931"/>
                  </a:lnTo>
                  <a:lnTo>
                    <a:pt x="7961841" y="2617088"/>
                  </a:lnTo>
                  <a:close/>
                </a:path>
                <a:path w="8048625" h="2655570">
                  <a:moveTo>
                    <a:pt x="7844313" y="2655188"/>
                  </a:moveTo>
                  <a:lnTo>
                    <a:pt x="203739" y="2655188"/>
                  </a:lnTo>
                  <a:lnTo>
                    <a:pt x="203739" y="2636138"/>
                  </a:lnTo>
                  <a:lnTo>
                    <a:pt x="7844313" y="2636138"/>
                  </a:lnTo>
                  <a:lnTo>
                    <a:pt x="7844313" y="2655188"/>
                  </a:lnTo>
                  <a:close/>
                </a:path>
                <a:path w="8048625" h="2655570">
                  <a:moveTo>
                    <a:pt x="7844313" y="2655188"/>
                  </a:moveTo>
                  <a:lnTo>
                    <a:pt x="7844313" y="2636138"/>
                  </a:lnTo>
                  <a:lnTo>
                    <a:pt x="7929791" y="2636138"/>
                  </a:lnTo>
                  <a:lnTo>
                    <a:pt x="7890904" y="2649896"/>
                  </a:lnTo>
                  <a:lnTo>
                    <a:pt x="7890726" y="2649896"/>
                  </a:lnTo>
                  <a:lnTo>
                    <a:pt x="7844313" y="2655188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54138" y="3497313"/>
              <a:ext cx="152400" cy="2617470"/>
            </a:xfrm>
            <a:custGeom>
              <a:avLst/>
              <a:gdLst/>
              <a:ahLst/>
              <a:cxnLst/>
              <a:rect l="l" t="t" r="r" b="b"/>
              <a:pathLst>
                <a:path w="152400" h="2617470">
                  <a:moveTo>
                    <a:pt x="77143" y="2616993"/>
                  </a:moveTo>
                  <a:lnTo>
                    <a:pt x="75256" y="2616993"/>
                  </a:lnTo>
                  <a:lnTo>
                    <a:pt x="46532" y="2611198"/>
                  </a:lnTo>
                  <a:lnTo>
                    <a:pt x="22312" y="2594871"/>
                  </a:lnTo>
                  <a:lnTo>
                    <a:pt x="5985" y="2570651"/>
                  </a:lnTo>
                  <a:lnTo>
                    <a:pt x="0" y="2540983"/>
                  </a:lnTo>
                  <a:lnTo>
                    <a:pt x="0" y="76200"/>
                  </a:lnTo>
                  <a:lnTo>
                    <a:pt x="5985" y="46532"/>
                  </a:lnTo>
                  <a:lnTo>
                    <a:pt x="22312" y="22312"/>
                  </a:lnTo>
                  <a:lnTo>
                    <a:pt x="46532" y="5985"/>
                  </a:lnTo>
                  <a:lnTo>
                    <a:pt x="76200" y="0"/>
                  </a:lnTo>
                  <a:lnTo>
                    <a:pt x="105867" y="5985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540983"/>
                  </a:lnTo>
                  <a:lnTo>
                    <a:pt x="146414" y="2570651"/>
                  </a:lnTo>
                  <a:lnTo>
                    <a:pt x="130087" y="2594871"/>
                  </a:lnTo>
                  <a:lnTo>
                    <a:pt x="105867" y="2611198"/>
                  </a:lnTo>
                  <a:lnTo>
                    <a:pt x="77143" y="2616993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415459" y="3547779"/>
            <a:ext cx="6725920" cy="164592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b="1">
                <a:solidFill>
                  <a:srgbClr val="52586A"/>
                </a:solidFill>
                <a:latin typeface="Arial"/>
                <a:cs typeface="Arial"/>
              </a:rPr>
              <a:t>Inefficient</a:t>
            </a:r>
            <a:r>
              <a:rPr dirty="0" sz="2750" spc="-5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52586A"/>
                </a:solidFill>
                <a:latin typeface="Arial"/>
                <a:cs typeface="Arial"/>
              </a:rPr>
              <a:t>Tracking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Manual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roll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calls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consume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valuable</a:t>
            </a:r>
            <a:r>
              <a:rPr dirty="0" sz="2150" spc="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class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time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25">
                <a:solidFill>
                  <a:srgbClr val="52586A"/>
                </a:solidFill>
                <a:latin typeface="Arial MT"/>
                <a:cs typeface="Arial MT"/>
              </a:rPr>
              <a:t>are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prone</a:t>
            </a:r>
            <a:r>
              <a:rPr dirty="0" sz="2150" spc="4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to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human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error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during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recording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calculation.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9247583" y="3478264"/>
            <a:ext cx="8067675" cy="2655570"/>
            <a:chOff x="9247583" y="3478264"/>
            <a:chExt cx="8067675" cy="2655570"/>
          </a:xfrm>
        </p:grpSpPr>
        <p:sp>
          <p:nvSpPr>
            <p:cNvPr id="9" name="object 9" descr=""/>
            <p:cNvSpPr/>
            <p:nvPr/>
          </p:nvSpPr>
          <p:spPr>
            <a:xfrm>
              <a:off x="9266632" y="3478264"/>
              <a:ext cx="8048625" cy="2655570"/>
            </a:xfrm>
            <a:custGeom>
              <a:avLst/>
              <a:gdLst/>
              <a:ahLst/>
              <a:cxnLst/>
              <a:rect l="l" t="t" r="r" b="b"/>
              <a:pathLst>
                <a:path w="8048625" h="2655570">
                  <a:moveTo>
                    <a:pt x="203733" y="2655188"/>
                  </a:moveTo>
                  <a:lnTo>
                    <a:pt x="203242" y="2655188"/>
                  </a:lnTo>
                  <a:lnTo>
                    <a:pt x="157064" y="2649896"/>
                  </a:lnTo>
                  <a:lnTo>
                    <a:pt x="114195" y="2634742"/>
                  </a:lnTo>
                  <a:lnTo>
                    <a:pt x="76364" y="2610931"/>
                  </a:lnTo>
                  <a:lnTo>
                    <a:pt x="44799" y="2579671"/>
                  </a:lnTo>
                  <a:lnTo>
                    <a:pt x="20730" y="2542169"/>
                  </a:lnTo>
                  <a:lnTo>
                    <a:pt x="5387" y="2499629"/>
                  </a:lnTo>
                  <a:lnTo>
                    <a:pt x="0" y="2453259"/>
                  </a:lnTo>
                  <a:lnTo>
                    <a:pt x="0" y="201930"/>
                  </a:lnTo>
                  <a:lnTo>
                    <a:pt x="5387" y="155564"/>
                  </a:lnTo>
                  <a:lnTo>
                    <a:pt x="20730" y="113036"/>
                  </a:lnTo>
                  <a:lnTo>
                    <a:pt x="44799" y="75546"/>
                  </a:lnTo>
                  <a:lnTo>
                    <a:pt x="76364" y="44297"/>
                  </a:lnTo>
                  <a:lnTo>
                    <a:pt x="114195" y="20488"/>
                  </a:lnTo>
                  <a:lnTo>
                    <a:pt x="157064" y="5322"/>
                  </a:lnTo>
                  <a:lnTo>
                    <a:pt x="203739" y="0"/>
                  </a:lnTo>
                  <a:lnTo>
                    <a:pt x="7844503" y="0"/>
                  </a:lnTo>
                  <a:lnTo>
                    <a:pt x="7844503" y="19050"/>
                  </a:lnTo>
                  <a:lnTo>
                    <a:pt x="203739" y="19050"/>
                  </a:lnTo>
                  <a:lnTo>
                    <a:pt x="203739" y="38100"/>
                  </a:lnTo>
                  <a:lnTo>
                    <a:pt x="159654" y="43965"/>
                  </a:lnTo>
                  <a:lnTo>
                    <a:pt x="120071" y="60508"/>
                  </a:lnTo>
                  <a:lnTo>
                    <a:pt x="86558" y="86153"/>
                  </a:lnTo>
                  <a:lnTo>
                    <a:pt x="60681" y="119323"/>
                  </a:lnTo>
                  <a:lnTo>
                    <a:pt x="44006" y="158441"/>
                  </a:lnTo>
                  <a:lnTo>
                    <a:pt x="38100" y="201930"/>
                  </a:lnTo>
                  <a:lnTo>
                    <a:pt x="38100" y="2453259"/>
                  </a:lnTo>
                  <a:lnTo>
                    <a:pt x="44006" y="2496747"/>
                  </a:lnTo>
                  <a:lnTo>
                    <a:pt x="60681" y="2535865"/>
                  </a:lnTo>
                  <a:lnTo>
                    <a:pt x="86558" y="2569035"/>
                  </a:lnTo>
                  <a:lnTo>
                    <a:pt x="120071" y="2594680"/>
                  </a:lnTo>
                  <a:lnTo>
                    <a:pt x="159654" y="2611223"/>
                  </a:lnTo>
                  <a:lnTo>
                    <a:pt x="203739" y="2617088"/>
                  </a:lnTo>
                  <a:lnTo>
                    <a:pt x="7962031" y="2617088"/>
                  </a:lnTo>
                  <a:lnTo>
                    <a:pt x="7933930" y="2634742"/>
                  </a:lnTo>
                  <a:lnTo>
                    <a:pt x="7929981" y="2636138"/>
                  </a:lnTo>
                  <a:lnTo>
                    <a:pt x="203739" y="2636138"/>
                  </a:lnTo>
                  <a:lnTo>
                    <a:pt x="203733" y="2655188"/>
                  </a:lnTo>
                  <a:close/>
                </a:path>
                <a:path w="8048625" h="2655570">
                  <a:moveTo>
                    <a:pt x="7962031" y="2617088"/>
                  </a:moveTo>
                  <a:lnTo>
                    <a:pt x="7844503" y="2617088"/>
                  </a:lnTo>
                  <a:lnTo>
                    <a:pt x="7888589" y="2611223"/>
                  </a:lnTo>
                  <a:lnTo>
                    <a:pt x="7928171" y="2594680"/>
                  </a:lnTo>
                  <a:lnTo>
                    <a:pt x="7961685" y="2569035"/>
                  </a:lnTo>
                  <a:lnTo>
                    <a:pt x="7987562" y="2535865"/>
                  </a:lnTo>
                  <a:lnTo>
                    <a:pt x="8004237" y="2496747"/>
                  </a:lnTo>
                  <a:lnTo>
                    <a:pt x="8010143" y="2453259"/>
                  </a:lnTo>
                  <a:lnTo>
                    <a:pt x="8010143" y="201930"/>
                  </a:lnTo>
                  <a:lnTo>
                    <a:pt x="8004237" y="158441"/>
                  </a:lnTo>
                  <a:lnTo>
                    <a:pt x="7987562" y="119323"/>
                  </a:lnTo>
                  <a:lnTo>
                    <a:pt x="7961685" y="86153"/>
                  </a:lnTo>
                  <a:lnTo>
                    <a:pt x="7928171" y="60508"/>
                  </a:lnTo>
                  <a:lnTo>
                    <a:pt x="7888589" y="43965"/>
                  </a:lnTo>
                  <a:lnTo>
                    <a:pt x="7844503" y="38100"/>
                  </a:lnTo>
                  <a:lnTo>
                    <a:pt x="203739" y="38100"/>
                  </a:lnTo>
                  <a:lnTo>
                    <a:pt x="203739" y="19050"/>
                  </a:lnTo>
                  <a:lnTo>
                    <a:pt x="7844503" y="19050"/>
                  </a:lnTo>
                  <a:lnTo>
                    <a:pt x="7844503" y="0"/>
                  </a:lnTo>
                  <a:lnTo>
                    <a:pt x="7891149" y="5322"/>
                  </a:lnTo>
                  <a:lnTo>
                    <a:pt x="7934005" y="20488"/>
                  </a:lnTo>
                  <a:lnTo>
                    <a:pt x="7971839" y="44297"/>
                  </a:lnTo>
                  <a:lnTo>
                    <a:pt x="8003414" y="75546"/>
                  </a:lnTo>
                  <a:lnTo>
                    <a:pt x="8027496" y="113036"/>
                  </a:lnTo>
                  <a:lnTo>
                    <a:pt x="8042850" y="155564"/>
                  </a:lnTo>
                  <a:lnTo>
                    <a:pt x="8048243" y="201930"/>
                  </a:lnTo>
                  <a:lnTo>
                    <a:pt x="8048243" y="2453259"/>
                  </a:lnTo>
                  <a:lnTo>
                    <a:pt x="8042854" y="2499629"/>
                  </a:lnTo>
                  <a:lnTo>
                    <a:pt x="8027502" y="2542169"/>
                  </a:lnTo>
                  <a:lnTo>
                    <a:pt x="8003413" y="2579671"/>
                  </a:lnTo>
                  <a:lnTo>
                    <a:pt x="7971815" y="2610931"/>
                  </a:lnTo>
                  <a:lnTo>
                    <a:pt x="7962031" y="2617088"/>
                  </a:lnTo>
                  <a:close/>
                </a:path>
                <a:path w="8048625" h="2655570">
                  <a:moveTo>
                    <a:pt x="7844503" y="2655188"/>
                  </a:moveTo>
                  <a:lnTo>
                    <a:pt x="203739" y="2655188"/>
                  </a:lnTo>
                  <a:lnTo>
                    <a:pt x="203739" y="2636138"/>
                  </a:lnTo>
                  <a:lnTo>
                    <a:pt x="7844503" y="2636138"/>
                  </a:lnTo>
                  <a:lnTo>
                    <a:pt x="7844503" y="2655188"/>
                  </a:lnTo>
                  <a:close/>
                </a:path>
                <a:path w="8048625" h="2655570">
                  <a:moveTo>
                    <a:pt x="7844503" y="2655188"/>
                  </a:moveTo>
                  <a:lnTo>
                    <a:pt x="7844503" y="2636138"/>
                  </a:lnTo>
                  <a:lnTo>
                    <a:pt x="7929981" y="2636138"/>
                  </a:lnTo>
                  <a:lnTo>
                    <a:pt x="7891094" y="2649896"/>
                  </a:lnTo>
                  <a:lnTo>
                    <a:pt x="7890916" y="2649896"/>
                  </a:lnTo>
                  <a:lnTo>
                    <a:pt x="7844503" y="2655188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247583" y="3497313"/>
              <a:ext cx="152400" cy="2617470"/>
            </a:xfrm>
            <a:custGeom>
              <a:avLst/>
              <a:gdLst/>
              <a:ahLst/>
              <a:cxnLst/>
              <a:rect l="l" t="t" r="r" b="b"/>
              <a:pathLst>
                <a:path w="152400" h="2617470">
                  <a:moveTo>
                    <a:pt x="77143" y="2616993"/>
                  </a:moveTo>
                  <a:lnTo>
                    <a:pt x="75256" y="2616993"/>
                  </a:lnTo>
                  <a:lnTo>
                    <a:pt x="46532" y="2611198"/>
                  </a:lnTo>
                  <a:lnTo>
                    <a:pt x="22312" y="2594871"/>
                  </a:lnTo>
                  <a:lnTo>
                    <a:pt x="5986" y="2570651"/>
                  </a:lnTo>
                  <a:lnTo>
                    <a:pt x="0" y="2540983"/>
                  </a:lnTo>
                  <a:lnTo>
                    <a:pt x="0" y="76200"/>
                  </a:lnTo>
                  <a:lnTo>
                    <a:pt x="5986" y="46532"/>
                  </a:lnTo>
                  <a:lnTo>
                    <a:pt x="22312" y="22312"/>
                  </a:lnTo>
                  <a:lnTo>
                    <a:pt x="46532" y="5985"/>
                  </a:lnTo>
                  <a:lnTo>
                    <a:pt x="76200" y="0"/>
                  </a:lnTo>
                  <a:lnTo>
                    <a:pt x="105867" y="5985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540983"/>
                  </a:lnTo>
                  <a:lnTo>
                    <a:pt x="146414" y="2570651"/>
                  </a:lnTo>
                  <a:lnTo>
                    <a:pt x="130087" y="2594871"/>
                  </a:lnTo>
                  <a:lnTo>
                    <a:pt x="105867" y="2611198"/>
                  </a:lnTo>
                  <a:lnTo>
                    <a:pt x="77143" y="2616993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708905" y="3547779"/>
            <a:ext cx="6786880" cy="209359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b="1">
                <a:solidFill>
                  <a:srgbClr val="52586A"/>
                </a:solidFill>
                <a:latin typeface="Arial"/>
                <a:cs typeface="Arial"/>
              </a:rPr>
              <a:t>No</a:t>
            </a:r>
            <a:r>
              <a:rPr dirty="0" sz="2750" spc="-3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52586A"/>
                </a:solidFill>
                <a:latin typeface="Arial"/>
                <a:cs typeface="Arial"/>
              </a:rPr>
              <a:t>Real-</a:t>
            </a:r>
            <a:r>
              <a:rPr dirty="0" sz="2750" b="1">
                <a:solidFill>
                  <a:srgbClr val="52586A"/>
                </a:solidFill>
                <a:latin typeface="Arial"/>
                <a:cs typeface="Arial"/>
              </a:rPr>
              <a:t>Time</a:t>
            </a:r>
            <a:r>
              <a:rPr dirty="0" sz="2750" spc="-3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52586A"/>
                </a:solidFill>
                <a:latin typeface="Arial"/>
                <a:cs typeface="Arial"/>
              </a:rPr>
              <a:t>Analytics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Teachers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lack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immediate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visibility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into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attendance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patterns,</a:t>
            </a:r>
            <a:r>
              <a:rPr dirty="0" sz="2150" spc="3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making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it</a:t>
            </a:r>
            <a:r>
              <a:rPr dirty="0" sz="2150" spc="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difficult</a:t>
            </a:r>
            <a:r>
              <a:rPr dirty="0" sz="2150" spc="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to</a:t>
            </a:r>
            <a:r>
              <a:rPr dirty="0" sz="2150" spc="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identify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students</a:t>
            </a:r>
            <a:r>
              <a:rPr dirty="0" sz="2150" spc="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requiring attention.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954138" y="6378920"/>
            <a:ext cx="8067675" cy="2655570"/>
            <a:chOff x="954138" y="6378920"/>
            <a:chExt cx="8067675" cy="2655570"/>
          </a:xfrm>
        </p:grpSpPr>
        <p:sp>
          <p:nvSpPr>
            <p:cNvPr id="13" name="object 13" descr=""/>
            <p:cNvSpPr/>
            <p:nvPr/>
          </p:nvSpPr>
          <p:spPr>
            <a:xfrm>
              <a:off x="973188" y="6378920"/>
              <a:ext cx="8048625" cy="2655570"/>
            </a:xfrm>
            <a:custGeom>
              <a:avLst/>
              <a:gdLst/>
              <a:ahLst/>
              <a:cxnLst/>
              <a:rect l="l" t="t" r="r" b="b"/>
              <a:pathLst>
                <a:path w="8048625" h="2655570">
                  <a:moveTo>
                    <a:pt x="203733" y="2655188"/>
                  </a:moveTo>
                  <a:lnTo>
                    <a:pt x="203243" y="2655188"/>
                  </a:lnTo>
                  <a:lnTo>
                    <a:pt x="157064" y="2649896"/>
                  </a:lnTo>
                  <a:lnTo>
                    <a:pt x="114195" y="2634742"/>
                  </a:lnTo>
                  <a:lnTo>
                    <a:pt x="76364" y="2610931"/>
                  </a:lnTo>
                  <a:lnTo>
                    <a:pt x="44799" y="2579671"/>
                  </a:lnTo>
                  <a:lnTo>
                    <a:pt x="20730" y="2542169"/>
                  </a:lnTo>
                  <a:lnTo>
                    <a:pt x="5387" y="2499629"/>
                  </a:lnTo>
                  <a:lnTo>
                    <a:pt x="0" y="2453258"/>
                  </a:lnTo>
                  <a:lnTo>
                    <a:pt x="0" y="201930"/>
                  </a:lnTo>
                  <a:lnTo>
                    <a:pt x="5387" y="155564"/>
                  </a:lnTo>
                  <a:lnTo>
                    <a:pt x="20730" y="113036"/>
                  </a:lnTo>
                  <a:lnTo>
                    <a:pt x="44799" y="75546"/>
                  </a:lnTo>
                  <a:lnTo>
                    <a:pt x="76364" y="44297"/>
                  </a:lnTo>
                  <a:lnTo>
                    <a:pt x="114195" y="20488"/>
                  </a:lnTo>
                  <a:lnTo>
                    <a:pt x="157064" y="5322"/>
                  </a:lnTo>
                  <a:lnTo>
                    <a:pt x="203739" y="0"/>
                  </a:lnTo>
                  <a:lnTo>
                    <a:pt x="7844313" y="0"/>
                  </a:lnTo>
                  <a:lnTo>
                    <a:pt x="7844313" y="19050"/>
                  </a:lnTo>
                  <a:lnTo>
                    <a:pt x="203739" y="19050"/>
                  </a:lnTo>
                  <a:lnTo>
                    <a:pt x="203739" y="38100"/>
                  </a:lnTo>
                  <a:lnTo>
                    <a:pt x="159654" y="43965"/>
                  </a:lnTo>
                  <a:lnTo>
                    <a:pt x="120071" y="60508"/>
                  </a:lnTo>
                  <a:lnTo>
                    <a:pt x="86558" y="86153"/>
                  </a:lnTo>
                  <a:lnTo>
                    <a:pt x="60681" y="119323"/>
                  </a:lnTo>
                  <a:lnTo>
                    <a:pt x="44006" y="158441"/>
                  </a:lnTo>
                  <a:lnTo>
                    <a:pt x="38100" y="201930"/>
                  </a:lnTo>
                  <a:lnTo>
                    <a:pt x="38100" y="2453258"/>
                  </a:lnTo>
                  <a:lnTo>
                    <a:pt x="44006" y="2496747"/>
                  </a:lnTo>
                  <a:lnTo>
                    <a:pt x="60681" y="2535865"/>
                  </a:lnTo>
                  <a:lnTo>
                    <a:pt x="86558" y="2569035"/>
                  </a:lnTo>
                  <a:lnTo>
                    <a:pt x="120071" y="2594680"/>
                  </a:lnTo>
                  <a:lnTo>
                    <a:pt x="159654" y="2611224"/>
                  </a:lnTo>
                  <a:lnTo>
                    <a:pt x="203739" y="2617088"/>
                  </a:lnTo>
                  <a:lnTo>
                    <a:pt x="7961841" y="2617088"/>
                  </a:lnTo>
                  <a:lnTo>
                    <a:pt x="7933739" y="2634742"/>
                  </a:lnTo>
                  <a:lnTo>
                    <a:pt x="7929791" y="2636138"/>
                  </a:lnTo>
                  <a:lnTo>
                    <a:pt x="203739" y="2636138"/>
                  </a:lnTo>
                  <a:lnTo>
                    <a:pt x="203733" y="2655188"/>
                  </a:lnTo>
                  <a:close/>
                </a:path>
                <a:path w="8048625" h="2655570">
                  <a:moveTo>
                    <a:pt x="7961841" y="2617088"/>
                  </a:moveTo>
                  <a:lnTo>
                    <a:pt x="7844313" y="2617088"/>
                  </a:lnTo>
                  <a:lnTo>
                    <a:pt x="7888399" y="2611224"/>
                  </a:lnTo>
                  <a:lnTo>
                    <a:pt x="7927981" y="2594680"/>
                  </a:lnTo>
                  <a:lnTo>
                    <a:pt x="7961494" y="2569035"/>
                  </a:lnTo>
                  <a:lnTo>
                    <a:pt x="7987371" y="2535865"/>
                  </a:lnTo>
                  <a:lnTo>
                    <a:pt x="8004046" y="2496747"/>
                  </a:lnTo>
                  <a:lnTo>
                    <a:pt x="8009953" y="2453258"/>
                  </a:lnTo>
                  <a:lnTo>
                    <a:pt x="8009953" y="201930"/>
                  </a:lnTo>
                  <a:lnTo>
                    <a:pt x="8004046" y="158441"/>
                  </a:lnTo>
                  <a:lnTo>
                    <a:pt x="7987371" y="119323"/>
                  </a:lnTo>
                  <a:lnTo>
                    <a:pt x="7961494" y="86153"/>
                  </a:lnTo>
                  <a:lnTo>
                    <a:pt x="7927981" y="60508"/>
                  </a:lnTo>
                  <a:lnTo>
                    <a:pt x="7888399" y="43965"/>
                  </a:lnTo>
                  <a:lnTo>
                    <a:pt x="7844313" y="38100"/>
                  </a:lnTo>
                  <a:lnTo>
                    <a:pt x="203739" y="38100"/>
                  </a:lnTo>
                  <a:lnTo>
                    <a:pt x="203739" y="19050"/>
                  </a:lnTo>
                  <a:lnTo>
                    <a:pt x="7844313" y="19050"/>
                  </a:lnTo>
                  <a:lnTo>
                    <a:pt x="7844313" y="0"/>
                  </a:lnTo>
                  <a:lnTo>
                    <a:pt x="7890958" y="5322"/>
                  </a:lnTo>
                  <a:lnTo>
                    <a:pt x="7933815" y="20488"/>
                  </a:lnTo>
                  <a:lnTo>
                    <a:pt x="7971648" y="44297"/>
                  </a:lnTo>
                  <a:lnTo>
                    <a:pt x="8003223" y="75546"/>
                  </a:lnTo>
                  <a:lnTo>
                    <a:pt x="8027305" y="113036"/>
                  </a:lnTo>
                  <a:lnTo>
                    <a:pt x="8042660" y="155564"/>
                  </a:lnTo>
                  <a:lnTo>
                    <a:pt x="8048053" y="201930"/>
                  </a:lnTo>
                  <a:lnTo>
                    <a:pt x="8048053" y="2453258"/>
                  </a:lnTo>
                  <a:lnTo>
                    <a:pt x="8042663" y="2499629"/>
                  </a:lnTo>
                  <a:lnTo>
                    <a:pt x="8027311" y="2542169"/>
                  </a:lnTo>
                  <a:lnTo>
                    <a:pt x="8003223" y="2579671"/>
                  </a:lnTo>
                  <a:lnTo>
                    <a:pt x="7971625" y="2610931"/>
                  </a:lnTo>
                  <a:lnTo>
                    <a:pt x="7961841" y="2617088"/>
                  </a:lnTo>
                  <a:close/>
                </a:path>
                <a:path w="8048625" h="2655570">
                  <a:moveTo>
                    <a:pt x="7844313" y="2655188"/>
                  </a:moveTo>
                  <a:lnTo>
                    <a:pt x="203739" y="2655188"/>
                  </a:lnTo>
                  <a:lnTo>
                    <a:pt x="203739" y="2636138"/>
                  </a:lnTo>
                  <a:lnTo>
                    <a:pt x="7844313" y="2636138"/>
                  </a:lnTo>
                  <a:lnTo>
                    <a:pt x="7844313" y="2655188"/>
                  </a:lnTo>
                  <a:close/>
                </a:path>
                <a:path w="8048625" h="2655570">
                  <a:moveTo>
                    <a:pt x="7844313" y="2655188"/>
                  </a:moveTo>
                  <a:lnTo>
                    <a:pt x="7844313" y="2636138"/>
                  </a:lnTo>
                  <a:lnTo>
                    <a:pt x="7929791" y="2636138"/>
                  </a:lnTo>
                  <a:lnTo>
                    <a:pt x="7890904" y="2649896"/>
                  </a:lnTo>
                  <a:lnTo>
                    <a:pt x="7890726" y="2649896"/>
                  </a:lnTo>
                  <a:lnTo>
                    <a:pt x="7844313" y="2655188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54138" y="6397970"/>
              <a:ext cx="152400" cy="2617470"/>
            </a:xfrm>
            <a:custGeom>
              <a:avLst/>
              <a:gdLst/>
              <a:ahLst/>
              <a:cxnLst/>
              <a:rect l="l" t="t" r="r" b="b"/>
              <a:pathLst>
                <a:path w="152400" h="2617470">
                  <a:moveTo>
                    <a:pt x="77145" y="2616993"/>
                  </a:moveTo>
                  <a:lnTo>
                    <a:pt x="75254" y="2616993"/>
                  </a:lnTo>
                  <a:lnTo>
                    <a:pt x="46532" y="2611198"/>
                  </a:lnTo>
                  <a:lnTo>
                    <a:pt x="22312" y="2594871"/>
                  </a:lnTo>
                  <a:lnTo>
                    <a:pt x="5985" y="2570651"/>
                  </a:lnTo>
                  <a:lnTo>
                    <a:pt x="0" y="2540984"/>
                  </a:lnTo>
                  <a:lnTo>
                    <a:pt x="0" y="76200"/>
                  </a:lnTo>
                  <a:lnTo>
                    <a:pt x="5985" y="46532"/>
                  </a:lnTo>
                  <a:lnTo>
                    <a:pt x="22312" y="22312"/>
                  </a:lnTo>
                  <a:lnTo>
                    <a:pt x="46532" y="5986"/>
                  </a:lnTo>
                  <a:lnTo>
                    <a:pt x="76200" y="0"/>
                  </a:lnTo>
                  <a:lnTo>
                    <a:pt x="105867" y="5986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540984"/>
                  </a:lnTo>
                  <a:lnTo>
                    <a:pt x="146414" y="2570651"/>
                  </a:lnTo>
                  <a:lnTo>
                    <a:pt x="130087" y="2594871"/>
                  </a:lnTo>
                  <a:lnTo>
                    <a:pt x="105867" y="2611198"/>
                  </a:lnTo>
                  <a:lnTo>
                    <a:pt x="77145" y="2616993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415459" y="6448437"/>
            <a:ext cx="6339205" cy="209359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b="1">
                <a:solidFill>
                  <a:srgbClr val="52586A"/>
                </a:solidFill>
                <a:latin typeface="Arial"/>
                <a:cs typeface="Arial"/>
              </a:rPr>
              <a:t>Data</a:t>
            </a:r>
            <a:r>
              <a:rPr dirty="0" sz="2750" spc="-6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52586A"/>
                </a:solidFill>
                <a:latin typeface="Arial"/>
                <a:cs typeface="Arial"/>
              </a:rPr>
              <a:t>Management</a:t>
            </a:r>
            <a:r>
              <a:rPr dirty="0" sz="2750" spc="-5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52586A"/>
                </a:solidFill>
                <a:latin typeface="Arial"/>
                <a:cs typeface="Arial"/>
              </a:rPr>
              <a:t>Issues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Physical</a:t>
            </a:r>
            <a:r>
              <a:rPr dirty="0" sz="2150" spc="4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registers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are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easily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lost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or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damaged,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25">
                <a:solidFill>
                  <a:srgbClr val="52586A"/>
                </a:solidFill>
                <a:latin typeface="Arial MT"/>
                <a:cs typeface="Arial MT"/>
              </a:rPr>
              <a:t>and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retrieving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historical</a:t>
            </a:r>
            <a:r>
              <a:rPr dirty="0" sz="2150" spc="7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data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requires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searching</a:t>
            </a:r>
            <a:r>
              <a:rPr dirty="0" sz="2150" spc="7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through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multiple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documents.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9247583" y="6378920"/>
            <a:ext cx="8067675" cy="2655570"/>
            <a:chOff x="9247583" y="6378920"/>
            <a:chExt cx="8067675" cy="2655570"/>
          </a:xfrm>
        </p:grpSpPr>
        <p:sp>
          <p:nvSpPr>
            <p:cNvPr id="17" name="object 17" descr=""/>
            <p:cNvSpPr/>
            <p:nvPr/>
          </p:nvSpPr>
          <p:spPr>
            <a:xfrm>
              <a:off x="9266632" y="6378920"/>
              <a:ext cx="8048625" cy="2655570"/>
            </a:xfrm>
            <a:custGeom>
              <a:avLst/>
              <a:gdLst/>
              <a:ahLst/>
              <a:cxnLst/>
              <a:rect l="l" t="t" r="r" b="b"/>
              <a:pathLst>
                <a:path w="8048625" h="2655570">
                  <a:moveTo>
                    <a:pt x="203733" y="2655188"/>
                  </a:moveTo>
                  <a:lnTo>
                    <a:pt x="203243" y="2655188"/>
                  </a:lnTo>
                  <a:lnTo>
                    <a:pt x="157064" y="2649896"/>
                  </a:lnTo>
                  <a:lnTo>
                    <a:pt x="114195" y="2634742"/>
                  </a:lnTo>
                  <a:lnTo>
                    <a:pt x="76364" y="2610931"/>
                  </a:lnTo>
                  <a:lnTo>
                    <a:pt x="44799" y="2579671"/>
                  </a:lnTo>
                  <a:lnTo>
                    <a:pt x="20730" y="2542169"/>
                  </a:lnTo>
                  <a:lnTo>
                    <a:pt x="5387" y="2499629"/>
                  </a:lnTo>
                  <a:lnTo>
                    <a:pt x="0" y="2453258"/>
                  </a:lnTo>
                  <a:lnTo>
                    <a:pt x="0" y="201930"/>
                  </a:lnTo>
                  <a:lnTo>
                    <a:pt x="5387" y="155564"/>
                  </a:lnTo>
                  <a:lnTo>
                    <a:pt x="20730" y="113036"/>
                  </a:lnTo>
                  <a:lnTo>
                    <a:pt x="44799" y="75546"/>
                  </a:lnTo>
                  <a:lnTo>
                    <a:pt x="76364" y="44297"/>
                  </a:lnTo>
                  <a:lnTo>
                    <a:pt x="114195" y="20488"/>
                  </a:lnTo>
                  <a:lnTo>
                    <a:pt x="157064" y="5322"/>
                  </a:lnTo>
                  <a:lnTo>
                    <a:pt x="203739" y="0"/>
                  </a:lnTo>
                  <a:lnTo>
                    <a:pt x="7844503" y="0"/>
                  </a:lnTo>
                  <a:lnTo>
                    <a:pt x="7844503" y="19050"/>
                  </a:lnTo>
                  <a:lnTo>
                    <a:pt x="203739" y="19050"/>
                  </a:lnTo>
                  <a:lnTo>
                    <a:pt x="203739" y="38100"/>
                  </a:lnTo>
                  <a:lnTo>
                    <a:pt x="159654" y="43965"/>
                  </a:lnTo>
                  <a:lnTo>
                    <a:pt x="120071" y="60508"/>
                  </a:lnTo>
                  <a:lnTo>
                    <a:pt x="86558" y="86153"/>
                  </a:lnTo>
                  <a:lnTo>
                    <a:pt x="60681" y="119323"/>
                  </a:lnTo>
                  <a:lnTo>
                    <a:pt x="44006" y="158441"/>
                  </a:lnTo>
                  <a:lnTo>
                    <a:pt x="38100" y="201930"/>
                  </a:lnTo>
                  <a:lnTo>
                    <a:pt x="38100" y="2453258"/>
                  </a:lnTo>
                  <a:lnTo>
                    <a:pt x="44006" y="2496747"/>
                  </a:lnTo>
                  <a:lnTo>
                    <a:pt x="60681" y="2535865"/>
                  </a:lnTo>
                  <a:lnTo>
                    <a:pt x="86558" y="2569035"/>
                  </a:lnTo>
                  <a:lnTo>
                    <a:pt x="120071" y="2594680"/>
                  </a:lnTo>
                  <a:lnTo>
                    <a:pt x="159654" y="2611224"/>
                  </a:lnTo>
                  <a:lnTo>
                    <a:pt x="203739" y="2617088"/>
                  </a:lnTo>
                  <a:lnTo>
                    <a:pt x="7962031" y="2617088"/>
                  </a:lnTo>
                  <a:lnTo>
                    <a:pt x="7933930" y="2634742"/>
                  </a:lnTo>
                  <a:lnTo>
                    <a:pt x="7929981" y="2636138"/>
                  </a:lnTo>
                  <a:lnTo>
                    <a:pt x="203739" y="2636138"/>
                  </a:lnTo>
                  <a:lnTo>
                    <a:pt x="203733" y="2655188"/>
                  </a:lnTo>
                  <a:close/>
                </a:path>
                <a:path w="8048625" h="2655570">
                  <a:moveTo>
                    <a:pt x="7962031" y="2617088"/>
                  </a:moveTo>
                  <a:lnTo>
                    <a:pt x="7844503" y="2617088"/>
                  </a:lnTo>
                  <a:lnTo>
                    <a:pt x="7888589" y="2611224"/>
                  </a:lnTo>
                  <a:lnTo>
                    <a:pt x="7928171" y="2594680"/>
                  </a:lnTo>
                  <a:lnTo>
                    <a:pt x="7961685" y="2569035"/>
                  </a:lnTo>
                  <a:lnTo>
                    <a:pt x="7987562" y="2535865"/>
                  </a:lnTo>
                  <a:lnTo>
                    <a:pt x="8004237" y="2496747"/>
                  </a:lnTo>
                  <a:lnTo>
                    <a:pt x="8010143" y="2453258"/>
                  </a:lnTo>
                  <a:lnTo>
                    <a:pt x="8010143" y="201930"/>
                  </a:lnTo>
                  <a:lnTo>
                    <a:pt x="8004237" y="158441"/>
                  </a:lnTo>
                  <a:lnTo>
                    <a:pt x="7987562" y="119323"/>
                  </a:lnTo>
                  <a:lnTo>
                    <a:pt x="7961685" y="86153"/>
                  </a:lnTo>
                  <a:lnTo>
                    <a:pt x="7928171" y="60508"/>
                  </a:lnTo>
                  <a:lnTo>
                    <a:pt x="7888589" y="43965"/>
                  </a:lnTo>
                  <a:lnTo>
                    <a:pt x="7844503" y="38100"/>
                  </a:lnTo>
                  <a:lnTo>
                    <a:pt x="203739" y="38100"/>
                  </a:lnTo>
                  <a:lnTo>
                    <a:pt x="203739" y="19050"/>
                  </a:lnTo>
                  <a:lnTo>
                    <a:pt x="7844503" y="19050"/>
                  </a:lnTo>
                  <a:lnTo>
                    <a:pt x="7844503" y="0"/>
                  </a:lnTo>
                  <a:lnTo>
                    <a:pt x="7891149" y="5322"/>
                  </a:lnTo>
                  <a:lnTo>
                    <a:pt x="7934005" y="20488"/>
                  </a:lnTo>
                  <a:lnTo>
                    <a:pt x="7971839" y="44297"/>
                  </a:lnTo>
                  <a:lnTo>
                    <a:pt x="8003414" y="75546"/>
                  </a:lnTo>
                  <a:lnTo>
                    <a:pt x="8027496" y="113036"/>
                  </a:lnTo>
                  <a:lnTo>
                    <a:pt x="8042850" y="155564"/>
                  </a:lnTo>
                  <a:lnTo>
                    <a:pt x="8048243" y="201930"/>
                  </a:lnTo>
                  <a:lnTo>
                    <a:pt x="8048243" y="2453258"/>
                  </a:lnTo>
                  <a:lnTo>
                    <a:pt x="8042854" y="2499629"/>
                  </a:lnTo>
                  <a:lnTo>
                    <a:pt x="8027502" y="2542169"/>
                  </a:lnTo>
                  <a:lnTo>
                    <a:pt x="8003413" y="2579671"/>
                  </a:lnTo>
                  <a:lnTo>
                    <a:pt x="7971815" y="2610931"/>
                  </a:lnTo>
                  <a:lnTo>
                    <a:pt x="7962031" y="2617088"/>
                  </a:lnTo>
                  <a:close/>
                </a:path>
                <a:path w="8048625" h="2655570">
                  <a:moveTo>
                    <a:pt x="7844503" y="2655188"/>
                  </a:moveTo>
                  <a:lnTo>
                    <a:pt x="203739" y="2655188"/>
                  </a:lnTo>
                  <a:lnTo>
                    <a:pt x="203739" y="2636138"/>
                  </a:lnTo>
                  <a:lnTo>
                    <a:pt x="7844503" y="2636138"/>
                  </a:lnTo>
                  <a:lnTo>
                    <a:pt x="7844503" y="2655188"/>
                  </a:lnTo>
                  <a:close/>
                </a:path>
                <a:path w="8048625" h="2655570">
                  <a:moveTo>
                    <a:pt x="7844503" y="2655188"/>
                  </a:moveTo>
                  <a:lnTo>
                    <a:pt x="7844503" y="2636138"/>
                  </a:lnTo>
                  <a:lnTo>
                    <a:pt x="7929981" y="2636138"/>
                  </a:lnTo>
                  <a:lnTo>
                    <a:pt x="7891094" y="2649896"/>
                  </a:lnTo>
                  <a:lnTo>
                    <a:pt x="7890916" y="2649896"/>
                  </a:lnTo>
                  <a:lnTo>
                    <a:pt x="7844503" y="2655188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247583" y="6397970"/>
              <a:ext cx="152400" cy="2617470"/>
            </a:xfrm>
            <a:custGeom>
              <a:avLst/>
              <a:gdLst/>
              <a:ahLst/>
              <a:cxnLst/>
              <a:rect l="l" t="t" r="r" b="b"/>
              <a:pathLst>
                <a:path w="152400" h="2617470">
                  <a:moveTo>
                    <a:pt x="77145" y="2616993"/>
                  </a:moveTo>
                  <a:lnTo>
                    <a:pt x="75255" y="2616993"/>
                  </a:lnTo>
                  <a:lnTo>
                    <a:pt x="46532" y="2611198"/>
                  </a:lnTo>
                  <a:lnTo>
                    <a:pt x="22312" y="2594871"/>
                  </a:lnTo>
                  <a:lnTo>
                    <a:pt x="5986" y="2570651"/>
                  </a:lnTo>
                  <a:lnTo>
                    <a:pt x="0" y="2540984"/>
                  </a:lnTo>
                  <a:lnTo>
                    <a:pt x="0" y="76200"/>
                  </a:lnTo>
                  <a:lnTo>
                    <a:pt x="5986" y="46532"/>
                  </a:lnTo>
                  <a:lnTo>
                    <a:pt x="22312" y="22312"/>
                  </a:lnTo>
                  <a:lnTo>
                    <a:pt x="46532" y="5986"/>
                  </a:lnTo>
                  <a:lnTo>
                    <a:pt x="76200" y="0"/>
                  </a:lnTo>
                  <a:lnTo>
                    <a:pt x="105867" y="5986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540984"/>
                  </a:lnTo>
                  <a:lnTo>
                    <a:pt x="146414" y="2570651"/>
                  </a:lnTo>
                  <a:lnTo>
                    <a:pt x="130087" y="2594871"/>
                  </a:lnTo>
                  <a:lnTo>
                    <a:pt x="105867" y="2611198"/>
                  </a:lnTo>
                  <a:lnTo>
                    <a:pt x="77145" y="2616993"/>
                  </a:lnTo>
                  <a:close/>
                </a:path>
              </a:pathLst>
            </a:custGeom>
            <a:solidFill>
              <a:srgbClr val="373B4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9708905" y="6448437"/>
            <a:ext cx="6446520" cy="209359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b="1">
                <a:solidFill>
                  <a:srgbClr val="52586A"/>
                </a:solidFill>
                <a:latin typeface="Arial"/>
                <a:cs typeface="Arial"/>
              </a:rPr>
              <a:t>Calculation</a:t>
            </a:r>
            <a:r>
              <a:rPr dirty="0" sz="2750" spc="-7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52586A"/>
                </a:solidFill>
                <a:latin typeface="Arial"/>
                <a:cs typeface="Arial"/>
              </a:rPr>
              <a:t>Complexity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Computing</a:t>
            </a:r>
            <a:r>
              <a:rPr dirty="0" sz="2150" spc="7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attendance</a:t>
            </a:r>
            <a:r>
              <a:rPr dirty="0" sz="2150" spc="8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percentages</a:t>
            </a:r>
            <a:r>
              <a:rPr dirty="0" sz="2150" spc="7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manually</a:t>
            </a:r>
            <a:r>
              <a:rPr dirty="0" sz="2150" spc="7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25">
                <a:solidFill>
                  <a:srgbClr val="52586A"/>
                </a:solidFill>
                <a:latin typeface="Arial MT"/>
                <a:cs typeface="Arial MT"/>
              </a:rPr>
              <a:t>for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numerous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students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across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multiple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sessions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is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time-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consuming</a:t>
            </a:r>
            <a:r>
              <a:rPr dirty="0" sz="2150" spc="8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150" spc="8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error-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prone.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0"/>
            <a:ext cx="6857998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1967" y="821696"/>
            <a:ext cx="5773420" cy="8159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50"/>
              <a:t>Project</a:t>
            </a:r>
            <a:r>
              <a:rPr dirty="0" sz="5150" spc="-10"/>
              <a:t> Objectives</a:t>
            </a:r>
            <a:endParaRPr sz="5150"/>
          </a:p>
        </p:txBody>
      </p:sp>
      <p:grpSp>
        <p:nvGrpSpPr>
          <p:cNvPr id="4" name="object 4" descr=""/>
          <p:cNvGrpSpPr/>
          <p:nvPr/>
        </p:nvGrpSpPr>
        <p:grpSpPr>
          <a:xfrm>
            <a:off x="919905" y="2062457"/>
            <a:ext cx="604520" cy="604520"/>
            <a:chOff x="919905" y="2062457"/>
            <a:chExt cx="604520" cy="604520"/>
          </a:xfrm>
        </p:grpSpPr>
        <p:sp>
          <p:nvSpPr>
            <p:cNvPr id="5" name="object 5" descr=""/>
            <p:cNvSpPr/>
            <p:nvPr/>
          </p:nvSpPr>
          <p:spPr>
            <a:xfrm>
              <a:off x="924667" y="2067220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4" h="594994">
                  <a:moveTo>
                    <a:pt x="483488" y="594455"/>
                  </a:moveTo>
                  <a:lnTo>
                    <a:pt x="110966" y="594455"/>
                  </a:lnTo>
                  <a:lnTo>
                    <a:pt x="67789" y="585729"/>
                  </a:lnTo>
                  <a:lnTo>
                    <a:pt x="32515" y="561939"/>
                  </a:lnTo>
                  <a:lnTo>
                    <a:pt x="8725" y="526665"/>
                  </a:lnTo>
                  <a:lnTo>
                    <a:pt x="0" y="483488"/>
                  </a:lnTo>
                  <a:lnTo>
                    <a:pt x="0" y="110966"/>
                  </a:lnTo>
                  <a:lnTo>
                    <a:pt x="8725" y="67789"/>
                  </a:lnTo>
                  <a:lnTo>
                    <a:pt x="32515" y="32515"/>
                  </a:lnTo>
                  <a:lnTo>
                    <a:pt x="67789" y="8725"/>
                  </a:lnTo>
                  <a:lnTo>
                    <a:pt x="110966" y="0"/>
                  </a:lnTo>
                  <a:lnTo>
                    <a:pt x="483488" y="0"/>
                  </a:lnTo>
                  <a:lnTo>
                    <a:pt x="526665" y="8725"/>
                  </a:lnTo>
                  <a:lnTo>
                    <a:pt x="561939" y="32515"/>
                  </a:lnTo>
                  <a:lnTo>
                    <a:pt x="585729" y="67789"/>
                  </a:lnTo>
                  <a:lnTo>
                    <a:pt x="594455" y="110966"/>
                  </a:lnTo>
                  <a:lnTo>
                    <a:pt x="594455" y="483488"/>
                  </a:lnTo>
                  <a:lnTo>
                    <a:pt x="585729" y="526665"/>
                  </a:lnTo>
                  <a:lnTo>
                    <a:pt x="561939" y="561939"/>
                  </a:lnTo>
                  <a:lnTo>
                    <a:pt x="526665" y="585729"/>
                  </a:lnTo>
                  <a:lnTo>
                    <a:pt x="483488" y="594455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19905" y="2062457"/>
              <a:ext cx="604520" cy="604520"/>
            </a:xfrm>
            <a:custGeom>
              <a:avLst/>
              <a:gdLst/>
              <a:ahLst/>
              <a:cxnLst/>
              <a:rect l="l" t="t" r="r" b="b"/>
              <a:pathLst>
                <a:path w="604519" h="604519">
                  <a:moveTo>
                    <a:pt x="115728" y="603943"/>
                  </a:moveTo>
                  <a:lnTo>
                    <a:pt x="70682" y="594885"/>
                  </a:lnTo>
                  <a:lnTo>
                    <a:pt x="33897" y="570083"/>
                  </a:lnTo>
                  <a:lnTo>
                    <a:pt x="9094" y="533297"/>
                  </a:lnTo>
                  <a:lnTo>
                    <a:pt x="0" y="488251"/>
                  </a:lnTo>
                  <a:lnTo>
                    <a:pt x="0" y="115728"/>
                  </a:lnTo>
                  <a:lnTo>
                    <a:pt x="9094" y="70682"/>
                  </a:lnTo>
                  <a:lnTo>
                    <a:pt x="33897" y="33897"/>
                  </a:lnTo>
                  <a:lnTo>
                    <a:pt x="70682" y="9094"/>
                  </a:lnTo>
                  <a:lnTo>
                    <a:pt x="115728" y="0"/>
                  </a:lnTo>
                  <a:lnTo>
                    <a:pt x="488251" y="0"/>
                  </a:lnTo>
                  <a:lnTo>
                    <a:pt x="488251" y="4762"/>
                  </a:lnTo>
                  <a:lnTo>
                    <a:pt x="115728" y="4762"/>
                  </a:lnTo>
                  <a:lnTo>
                    <a:pt x="115728" y="9525"/>
                  </a:lnTo>
                  <a:lnTo>
                    <a:pt x="74381" y="17868"/>
                  </a:lnTo>
                  <a:lnTo>
                    <a:pt x="40624" y="40624"/>
                  </a:lnTo>
                  <a:lnTo>
                    <a:pt x="17868" y="74381"/>
                  </a:lnTo>
                  <a:lnTo>
                    <a:pt x="9525" y="115728"/>
                  </a:lnTo>
                  <a:lnTo>
                    <a:pt x="9525" y="488251"/>
                  </a:lnTo>
                  <a:lnTo>
                    <a:pt x="17868" y="529598"/>
                  </a:lnTo>
                  <a:lnTo>
                    <a:pt x="40624" y="563356"/>
                  </a:lnTo>
                  <a:lnTo>
                    <a:pt x="74381" y="586111"/>
                  </a:lnTo>
                  <a:lnTo>
                    <a:pt x="115728" y="594455"/>
                  </a:lnTo>
                  <a:lnTo>
                    <a:pt x="533935" y="594455"/>
                  </a:lnTo>
                  <a:lnTo>
                    <a:pt x="533297" y="594885"/>
                  </a:lnTo>
                  <a:lnTo>
                    <a:pt x="511839" y="599217"/>
                  </a:lnTo>
                  <a:lnTo>
                    <a:pt x="115728" y="599217"/>
                  </a:lnTo>
                  <a:lnTo>
                    <a:pt x="115728" y="603943"/>
                  </a:lnTo>
                  <a:close/>
                </a:path>
                <a:path w="604519" h="604519">
                  <a:moveTo>
                    <a:pt x="533935" y="594455"/>
                  </a:moveTo>
                  <a:lnTo>
                    <a:pt x="488251" y="594455"/>
                  </a:lnTo>
                  <a:lnTo>
                    <a:pt x="529598" y="586111"/>
                  </a:lnTo>
                  <a:lnTo>
                    <a:pt x="563356" y="563356"/>
                  </a:lnTo>
                  <a:lnTo>
                    <a:pt x="586111" y="529598"/>
                  </a:lnTo>
                  <a:lnTo>
                    <a:pt x="594455" y="488251"/>
                  </a:lnTo>
                  <a:lnTo>
                    <a:pt x="594455" y="115728"/>
                  </a:lnTo>
                  <a:lnTo>
                    <a:pt x="586098" y="74381"/>
                  </a:lnTo>
                  <a:lnTo>
                    <a:pt x="563320" y="40624"/>
                  </a:lnTo>
                  <a:lnTo>
                    <a:pt x="529558" y="17868"/>
                  </a:lnTo>
                  <a:lnTo>
                    <a:pt x="488251" y="9525"/>
                  </a:lnTo>
                  <a:lnTo>
                    <a:pt x="115728" y="9525"/>
                  </a:lnTo>
                  <a:lnTo>
                    <a:pt x="115728" y="4762"/>
                  </a:lnTo>
                  <a:lnTo>
                    <a:pt x="488251" y="4762"/>
                  </a:lnTo>
                  <a:lnTo>
                    <a:pt x="488251" y="0"/>
                  </a:lnTo>
                  <a:lnTo>
                    <a:pt x="533297" y="9094"/>
                  </a:lnTo>
                  <a:lnTo>
                    <a:pt x="570083" y="33897"/>
                  </a:lnTo>
                  <a:lnTo>
                    <a:pt x="594885" y="70682"/>
                  </a:lnTo>
                  <a:lnTo>
                    <a:pt x="603942" y="115728"/>
                  </a:lnTo>
                  <a:lnTo>
                    <a:pt x="603942" y="488251"/>
                  </a:lnTo>
                  <a:lnTo>
                    <a:pt x="594885" y="533297"/>
                  </a:lnTo>
                  <a:lnTo>
                    <a:pt x="570083" y="570083"/>
                  </a:lnTo>
                  <a:lnTo>
                    <a:pt x="533935" y="594455"/>
                  </a:lnTo>
                  <a:close/>
                </a:path>
                <a:path w="604519" h="604519">
                  <a:moveTo>
                    <a:pt x="488251" y="603943"/>
                  </a:moveTo>
                  <a:lnTo>
                    <a:pt x="115736" y="603943"/>
                  </a:lnTo>
                  <a:lnTo>
                    <a:pt x="115728" y="599217"/>
                  </a:lnTo>
                  <a:lnTo>
                    <a:pt x="488251" y="599217"/>
                  </a:lnTo>
                  <a:lnTo>
                    <a:pt x="488251" y="603943"/>
                  </a:lnTo>
                  <a:close/>
                </a:path>
                <a:path w="604519" h="604519">
                  <a:moveTo>
                    <a:pt x="488433" y="603943"/>
                  </a:moveTo>
                  <a:lnTo>
                    <a:pt x="488251" y="603943"/>
                  </a:lnTo>
                  <a:lnTo>
                    <a:pt x="488251" y="599217"/>
                  </a:lnTo>
                  <a:lnTo>
                    <a:pt x="511839" y="599217"/>
                  </a:lnTo>
                  <a:lnTo>
                    <a:pt x="488433" y="603943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100977" y="2077916"/>
            <a:ext cx="241935" cy="492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50" spc="-50" b="1">
                <a:solidFill>
                  <a:srgbClr val="52586A"/>
                </a:solidFill>
                <a:latin typeface="Arial"/>
                <a:cs typeface="Arial"/>
              </a:rPr>
              <a:t>1</a:t>
            </a:r>
            <a:endParaRPr sz="30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52549" y="1889835"/>
            <a:ext cx="8513445" cy="1534160"/>
          </a:xfrm>
          <a:prstGeom prst="rect">
            <a:avLst/>
          </a:prstGeom>
        </p:spPr>
        <p:txBody>
          <a:bodyPr wrap="square" lIns="0" tIns="238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dirty="0" sz="2550" b="1">
                <a:solidFill>
                  <a:srgbClr val="52586A"/>
                </a:solidFill>
                <a:latin typeface="Arial"/>
                <a:cs typeface="Arial"/>
              </a:rPr>
              <a:t>Automate</a:t>
            </a:r>
            <a:r>
              <a:rPr dirty="0" sz="2550" spc="-5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52586A"/>
                </a:solidFill>
                <a:latin typeface="Arial"/>
                <a:cs typeface="Arial"/>
              </a:rPr>
              <a:t>Attendance</a:t>
            </a:r>
            <a:r>
              <a:rPr dirty="0" sz="2550" spc="-4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52586A"/>
                </a:solidFill>
                <a:latin typeface="Arial"/>
                <a:cs typeface="Arial"/>
              </a:rPr>
              <a:t>Tracking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8000"/>
              </a:lnSpc>
              <a:spcBef>
                <a:spcPts val="740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Replace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manual roll calls with a systematic digital approach that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captures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attendance data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efficiently.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919905" y="4022378"/>
            <a:ext cx="604520" cy="604520"/>
            <a:chOff x="919905" y="4022378"/>
            <a:chExt cx="604520" cy="604520"/>
          </a:xfrm>
        </p:grpSpPr>
        <p:sp>
          <p:nvSpPr>
            <p:cNvPr id="10" name="object 10" descr=""/>
            <p:cNvSpPr/>
            <p:nvPr/>
          </p:nvSpPr>
          <p:spPr>
            <a:xfrm>
              <a:off x="924667" y="4027140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4" h="594995">
                  <a:moveTo>
                    <a:pt x="483488" y="594455"/>
                  </a:moveTo>
                  <a:lnTo>
                    <a:pt x="110966" y="594455"/>
                  </a:lnTo>
                  <a:lnTo>
                    <a:pt x="67789" y="585729"/>
                  </a:lnTo>
                  <a:lnTo>
                    <a:pt x="32515" y="561939"/>
                  </a:lnTo>
                  <a:lnTo>
                    <a:pt x="8725" y="526665"/>
                  </a:lnTo>
                  <a:lnTo>
                    <a:pt x="0" y="483488"/>
                  </a:lnTo>
                  <a:lnTo>
                    <a:pt x="0" y="110966"/>
                  </a:lnTo>
                  <a:lnTo>
                    <a:pt x="8725" y="67789"/>
                  </a:lnTo>
                  <a:lnTo>
                    <a:pt x="32515" y="32515"/>
                  </a:lnTo>
                  <a:lnTo>
                    <a:pt x="67789" y="8725"/>
                  </a:lnTo>
                  <a:lnTo>
                    <a:pt x="110966" y="0"/>
                  </a:lnTo>
                  <a:lnTo>
                    <a:pt x="483488" y="0"/>
                  </a:lnTo>
                  <a:lnTo>
                    <a:pt x="526665" y="8725"/>
                  </a:lnTo>
                  <a:lnTo>
                    <a:pt x="561939" y="32515"/>
                  </a:lnTo>
                  <a:lnTo>
                    <a:pt x="585729" y="67789"/>
                  </a:lnTo>
                  <a:lnTo>
                    <a:pt x="594455" y="110966"/>
                  </a:lnTo>
                  <a:lnTo>
                    <a:pt x="594455" y="483488"/>
                  </a:lnTo>
                  <a:lnTo>
                    <a:pt x="585729" y="526665"/>
                  </a:lnTo>
                  <a:lnTo>
                    <a:pt x="561939" y="561939"/>
                  </a:lnTo>
                  <a:lnTo>
                    <a:pt x="526665" y="585729"/>
                  </a:lnTo>
                  <a:lnTo>
                    <a:pt x="483488" y="594455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19905" y="4022378"/>
              <a:ext cx="604520" cy="604520"/>
            </a:xfrm>
            <a:custGeom>
              <a:avLst/>
              <a:gdLst/>
              <a:ahLst/>
              <a:cxnLst/>
              <a:rect l="l" t="t" r="r" b="b"/>
              <a:pathLst>
                <a:path w="604519" h="604520">
                  <a:moveTo>
                    <a:pt x="115728" y="603943"/>
                  </a:moveTo>
                  <a:lnTo>
                    <a:pt x="70682" y="594885"/>
                  </a:lnTo>
                  <a:lnTo>
                    <a:pt x="33897" y="570083"/>
                  </a:lnTo>
                  <a:lnTo>
                    <a:pt x="9094" y="533297"/>
                  </a:lnTo>
                  <a:lnTo>
                    <a:pt x="0" y="488251"/>
                  </a:lnTo>
                  <a:lnTo>
                    <a:pt x="0" y="115728"/>
                  </a:lnTo>
                  <a:lnTo>
                    <a:pt x="9094" y="70683"/>
                  </a:lnTo>
                  <a:lnTo>
                    <a:pt x="33897" y="33897"/>
                  </a:lnTo>
                  <a:lnTo>
                    <a:pt x="70682" y="9094"/>
                  </a:lnTo>
                  <a:lnTo>
                    <a:pt x="115728" y="0"/>
                  </a:lnTo>
                  <a:lnTo>
                    <a:pt x="488251" y="0"/>
                  </a:lnTo>
                  <a:lnTo>
                    <a:pt x="488251" y="4762"/>
                  </a:lnTo>
                  <a:lnTo>
                    <a:pt x="115728" y="4762"/>
                  </a:lnTo>
                  <a:lnTo>
                    <a:pt x="115728" y="9525"/>
                  </a:lnTo>
                  <a:lnTo>
                    <a:pt x="74381" y="17868"/>
                  </a:lnTo>
                  <a:lnTo>
                    <a:pt x="40624" y="40624"/>
                  </a:lnTo>
                  <a:lnTo>
                    <a:pt x="17868" y="74381"/>
                  </a:lnTo>
                  <a:lnTo>
                    <a:pt x="9525" y="115728"/>
                  </a:lnTo>
                  <a:lnTo>
                    <a:pt x="9525" y="488251"/>
                  </a:lnTo>
                  <a:lnTo>
                    <a:pt x="17868" y="529598"/>
                  </a:lnTo>
                  <a:lnTo>
                    <a:pt x="40624" y="563356"/>
                  </a:lnTo>
                  <a:lnTo>
                    <a:pt x="74381" y="586112"/>
                  </a:lnTo>
                  <a:lnTo>
                    <a:pt x="115728" y="594455"/>
                  </a:lnTo>
                  <a:lnTo>
                    <a:pt x="533935" y="594455"/>
                  </a:lnTo>
                  <a:lnTo>
                    <a:pt x="533297" y="594885"/>
                  </a:lnTo>
                  <a:lnTo>
                    <a:pt x="511839" y="599217"/>
                  </a:lnTo>
                  <a:lnTo>
                    <a:pt x="115728" y="599217"/>
                  </a:lnTo>
                  <a:lnTo>
                    <a:pt x="115728" y="603943"/>
                  </a:lnTo>
                  <a:close/>
                </a:path>
                <a:path w="604519" h="604520">
                  <a:moveTo>
                    <a:pt x="533935" y="594455"/>
                  </a:moveTo>
                  <a:lnTo>
                    <a:pt x="488251" y="594455"/>
                  </a:lnTo>
                  <a:lnTo>
                    <a:pt x="529598" y="586112"/>
                  </a:lnTo>
                  <a:lnTo>
                    <a:pt x="563356" y="563356"/>
                  </a:lnTo>
                  <a:lnTo>
                    <a:pt x="586111" y="529598"/>
                  </a:lnTo>
                  <a:lnTo>
                    <a:pt x="594455" y="488251"/>
                  </a:lnTo>
                  <a:lnTo>
                    <a:pt x="594455" y="115728"/>
                  </a:lnTo>
                  <a:lnTo>
                    <a:pt x="586098" y="74381"/>
                  </a:lnTo>
                  <a:lnTo>
                    <a:pt x="563320" y="40624"/>
                  </a:lnTo>
                  <a:lnTo>
                    <a:pt x="529558" y="17868"/>
                  </a:lnTo>
                  <a:lnTo>
                    <a:pt x="488251" y="9525"/>
                  </a:lnTo>
                  <a:lnTo>
                    <a:pt x="115728" y="9525"/>
                  </a:lnTo>
                  <a:lnTo>
                    <a:pt x="115728" y="4762"/>
                  </a:lnTo>
                  <a:lnTo>
                    <a:pt x="488251" y="4762"/>
                  </a:lnTo>
                  <a:lnTo>
                    <a:pt x="488251" y="0"/>
                  </a:lnTo>
                  <a:lnTo>
                    <a:pt x="533297" y="9094"/>
                  </a:lnTo>
                  <a:lnTo>
                    <a:pt x="570083" y="33897"/>
                  </a:lnTo>
                  <a:lnTo>
                    <a:pt x="594885" y="70683"/>
                  </a:lnTo>
                  <a:lnTo>
                    <a:pt x="603942" y="115728"/>
                  </a:lnTo>
                  <a:lnTo>
                    <a:pt x="603942" y="488251"/>
                  </a:lnTo>
                  <a:lnTo>
                    <a:pt x="594885" y="533297"/>
                  </a:lnTo>
                  <a:lnTo>
                    <a:pt x="570083" y="570083"/>
                  </a:lnTo>
                  <a:lnTo>
                    <a:pt x="533935" y="594455"/>
                  </a:lnTo>
                  <a:close/>
                </a:path>
                <a:path w="604519" h="604520">
                  <a:moveTo>
                    <a:pt x="488251" y="603943"/>
                  </a:moveTo>
                  <a:lnTo>
                    <a:pt x="115736" y="603943"/>
                  </a:lnTo>
                  <a:lnTo>
                    <a:pt x="115728" y="599217"/>
                  </a:lnTo>
                  <a:lnTo>
                    <a:pt x="488251" y="599217"/>
                  </a:lnTo>
                  <a:lnTo>
                    <a:pt x="488251" y="603943"/>
                  </a:lnTo>
                  <a:close/>
                </a:path>
                <a:path w="604519" h="604520">
                  <a:moveTo>
                    <a:pt x="488433" y="603943"/>
                  </a:moveTo>
                  <a:lnTo>
                    <a:pt x="488251" y="603943"/>
                  </a:lnTo>
                  <a:lnTo>
                    <a:pt x="488251" y="599217"/>
                  </a:lnTo>
                  <a:lnTo>
                    <a:pt x="511839" y="599217"/>
                  </a:lnTo>
                  <a:lnTo>
                    <a:pt x="488433" y="603943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100977" y="4037838"/>
            <a:ext cx="241935" cy="492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50" spc="-50" b="1">
                <a:solidFill>
                  <a:srgbClr val="52586A"/>
                </a:solidFill>
                <a:latin typeface="Arial"/>
                <a:cs typeface="Arial"/>
              </a:rPr>
              <a:t>2</a:t>
            </a:r>
            <a:endParaRPr sz="30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752549" y="3849766"/>
            <a:ext cx="8383270" cy="1534160"/>
          </a:xfrm>
          <a:prstGeom prst="rect">
            <a:avLst/>
          </a:prstGeom>
        </p:spPr>
        <p:txBody>
          <a:bodyPr wrap="square" lIns="0" tIns="2374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2550" b="1">
                <a:solidFill>
                  <a:srgbClr val="52586A"/>
                </a:solidFill>
                <a:latin typeface="Arial"/>
                <a:cs typeface="Arial"/>
              </a:rPr>
              <a:t>Reduce</a:t>
            </a:r>
            <a:r>
              <a:rPr dirty="0" sz="2550" spc="-6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52586A"/>
                </a:solidFill>
                <a:latin typeface="Arial"/>
                <a:cs typeface="Arial"/>
              </a:rPr>
              <a:t>Administrative</a:t>
            </a:r>
            <a:r>
              <a:rPr dirty="0" sz="2550" spc="-5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52586A"/>
                </a:solidFill>
                <a:latin typeface="Arial"/>
                <a:cs typeface="Arial"/>
              </a:rPr>
              <a:t>Workload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8000"/>
              </a:lnSpc>
              <a:spcBef>
                <a:spcPts val="745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Minimize</a:t>
            </a:r>
            <a:r>
              <a:rPr dirty="0" sz="2050" spc="-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the</a:t>
            </a:r>
            <a:r>
              <a:rPr dirty="0" sz="2050" spc="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time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teachers</a:t>
            </a:r>
            <a:r>
              <a:rPr dirty="0" sz="2050" spc="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spend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on</a:t>
            </a:r>
            <a:r>
              <a:rPr dirty="0" sz="2050" spc="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attendance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tasks,</a:t>
            </a:r>
            <a:r>
              <a:rPr dirty="0" sz="2050" spc="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allowing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them</a:t>
            </a:r>
            <a:r>
              <a:rPr dirty="0" sz="2050" spc="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52586A"/>
                </a:solidFill>
                <a:latin typeface="Arial MT"/>
                <a:cs typeface="Arial MT"/>
              </a:rPr>
              <a:t>to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focus on teaching and student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engagement.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19905" y="5982290"/>
            <a:ext cx="604520" cy="604520"/>
            <a:chOff x="919905" y="5982290"/>
            <a:chExt cx="604520" cy="604520"/>
          </a:xfrm>
        </p:grpSpPr>
        <p:sp>
          <p:nvSpPr>
            <p:cNvPr id="15" name="object 15" descr=""/>
            <p:cNvSpPr/>
            <p:nvPr/>
          </p:nvSpPr>
          <p:spPr>
            <a:xfrm>
              <a:off x="924667" y="5987052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4" h="594995">
                  <a:moveTo>
                    <a:pt x="483488" y="594455"/>
                  </a:moveTo>
                  <a:lnTo>
                    <a:pt x="110966" y="594455"/>
                  </a:lnTo>
                  <a:lnTo>
                    <a:pt x="67789" y="585729"/>
                  </a:lnTo>
                  <a:lnTo>
                    <a:pt x="32515" y="561939"/>
                  </a:lnTo>
                  <a:lnTo>
                    <a:pt x="8725" y="526665"/>
                  </a:lnTo>
                  <a:lnTo>
                    <a:pt x="0" y="483488"/>
                  </a:lnTo>
                  <a:lnTo>
                    <a:pt x="0" y="110966"/>
                  </a:lnTo>
                  <a:lnTo>
                    <a:pt x="8725" y="67789"/>
                  </a:lnTo>
                  <a:lnTo>
                    <a:pt x="32515" y="32515"/>
                  </a:lnTo>
                  <a:lnTo>
                    <a:pt x="67789" y="8725"/>
                  </a:lnTo>
                  <a:lnTo>
                    <a:pt x="110966" y="0"/>
                  </a:lnTo>
                  <a:lnTo>
                    <a:pt x="483488" y="0"/>
                  </a:lnTo>
                  <a:lnTo>
                    <a:pt x="526665" y="8725"/>
                  </a:lnTo>
                  <a:lnTo>
                    <a:pt x="561939" y="32515"/>
                  </a:lnTo>
                  <a:lnTo>
                    <a:pt x="585729" y="67789"/>
                  </a:lnTo>
                  <a:lnTo>
                    <a:pt x="594455" y="110966"/>
                  </a:lnTo>
                  <a:lnTo>
                    <a:pt x="594455" y="483488"/>
                  </a:lnTo>
                  <a:lnTo>
                    <a:pt x="585729" y="526665"/>
                  </a:lnTo>
                  <a:lnTo>
                    <a:pt x="561939" y="561939"/>
                  </a:lnTo>
                  <a:lnTo>
                    <a:pt x="526665" y="585729"/>
                  </a:lnTo>
                  <a:lnTo>
                    <a:pt x="483488" y="594455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19905" y="5982290"/>
              <a:ext cx="604520" cy="604520"/>
            </a:xfrm>
            <a:custGeom>
              <a:avLst/>
              <a:gdLst/>
              <a:ahLst/>
              <a:cxnLst/>
              <a:rect l="l" t="t" r="r" b="b"/>
              <a:pathLst>
                <a:path w="604519" h="604520">
                  <a:moveTo>
                    <a:pt x="115728" y="603943"/>
                  </a:moveTo>
                  <a:lnTo>
                    <a:pt x="70682" y="594885"/>
                  </a:lnTo>
                  <a:lnTo>
                    <a:pt x="33897" y="570083"/>
                  </a:lnTo>
                  <a:lnTo>
                    <a:pt x="9094" y="533297"/>
                  </a:lnTo>
                  <a:lnTo>
                    <a:pt x="0" y="488251"/>
                  </a:lnTo>
                  <a:lnTo>
                    <a:pt x="0" y="115728"/>
                  </a:lnTo>
                  <a:lnTo>
                    <a:pt x="9094" y="70682"/>
                  </a:lnTo>
                  <a:lnTo>
                    <a:pt x="33897" y="33897"/>
                  </a:lnTo>
                  <a:lnTo>
                    <a:pt x="70682" y="9094"/>
                  </a:lnTo>
                  <a:lnTo>
                    <a:pt x="115728" y="0"/>
                  </a:lnTo>
                  <a:lnTo>
                    <a:pt x="488251" y="0"/>
                  </a:lnTo>
                  <a:lnTo>
                    <a:pt x="488251" y="4762"/>
                  </a:lnTo>
                  <a:lnTo>
                    <a:pt x="115728" y="4762"/>
                  </a:lnTo>
                  <a:lnTo>
                    <a:pt x="115728" y="9524"/>
                  </a:lnTo>
                  <a:lnTo>
                    <a:pt x="74381" y="17868"/>
                  </a:lnTo>
                  <a:lnTo>
                    <a:pt x="40624" y="40624"/>
                  </a:lnTo>
                  <a:lnTo>
                    <a:pt x="17868" y="74381"/>
                  </a:lnTo>
                  <a:lnTo>
                    <a:pt x="9525" y="115728"/>
                  </a:lnTo>
                  <a:lnTo>
                    <a:pt x="9525" y="488251"/>
                  </a:lnTo>
                  <a:lnTo>
                    <a:pt x="17868" y="529598"/>
                  </a:lnTo>
                  <a:lnTo>
                    <a:pt x="40624" y="563356"/>
                  </a:lnTo>
                  <a:lnTo>
                    <a:pt x="74381" y="586112"/>
                  </a:lnTo>
                  <a:lnTo>
                    <a:pt x="115728" y="594455"/>
                  </a:lnTo>
                  <a:lnTo>
                    <a:pt x="533935" y="594455"/>
                  </a:lnTo>
                  <a:lnTo>
                    <a:pt x="533297" y="594885"/>
                  </a:lnTo>
                  <a:lnTo>
                    <a:pt x="511839" y="599217"/>
                  </a:lnTo>
                  <a:lnTo>
                    <a:pt x="115728" y="599217"/>
                  </a:lnTo>
                  <a:lnTo>
                    <a:pt x="115728" y="603943"/>
                  </a:lnTo>
                  <a:close/>
                </a:path>
                <a:path w="604519" h="604520">
                  <a:moveTo>
                    <a:pt x="533935" y="594455"/>
                  </a:moveTo>
                  <a:lnTo>
                    <a:pt x="488251" y="594455"/>
                  </a:lnTo>
                  <a:lnTo>
                    <a:pt x="529598" y="586112"/>
                  </a:lnTo>
                  <a:lnTo>
                    <a:pt x="563356" y="563356"/>
                  </a:lnTo>
                  <a:lnTo>
                    <a:pt x="586111" y="529598"/>
                  </a:lnTo>
                  <a:lnTo>
                    <a:pt x="594455" y="488251"/>
                  </a:lnTo>
                  <a:lnTo>
                    <a:pt x="594455" y="115728"/>
                  </a:lnTo>
                  <a:lnTo>
                    <a:pt x="586098" y="74381"/>
                  </a:lnTo>
                  <a:lnTo>
                    <a:pt x="563320" y="40624"/>
                  </a:lnTo>
                  <a:lnTo>
                    <a:pt x="529558" y="17868"/>
                  </a:lnTo>
                  <a:lnTo>
                    <a:pt x="488251" y="9524"/>
                  </a:lnTo>
                  <a:lnTo>
                    <a:pt x="115728" y="9524"/>
                  </a:lnTo>
                  <a:lnTo>
                    <a:pt x="115728" y="4762"/>
                  </a:lnTo>
                  <a:lnTo>
                    <a:pt x="488251" y="4762"/>
                  </a:lnTo>
                  <a:lnTo>
                    <a:pt x="488251" y="0"/>
                  </a:lnTo>
                  <a:lnTo>
                    <a:pt x="533297" y="9094"/>
                  </a:lnTo>
                  <a:lnTo>
                    <a:pt x="570083" y="33897"/>
                  </a:lnTo>
                  <a:lnTo>
                    <a:pt x="594885" y="70682"/>
                  </a:lnTo>
                  <a:lnTo>
                    <a:pt x="603942" y="115728"/>
                  </a:lnTo>
                  <a:lnTo>
                    <a:pt x="603942" y="488251"/>
                  </a:lnTo>
                  <a:lnTo>
                    <a:pt x="594885" y="533297"/>
                  </a:lnTo>
                  <a:lnTo>
                    <a:pt x="570083" y="570083"/>
                  </a:lnTo>
                  <a:lnTo>
                    <a:pt x="533935" y="594455"/>
                  </a:lnTo>
                  <a:close/>
                </a:path>
                <a:path w="604519" h="604520">
                  <a:moveTo>
                    <a:pt x="488251" y="603943"/>
                  </a:moveTo>
                  <a:lnTo>
                    <a:pt x="115736" y="603943"/>
                  </a:lnTo>
                  <a:lnTo>
                    <a:pt x="115728" y="599217"/>
                  </a:lnTo>
                  <a:lnTo>
                    <a:pt x="488251" y="599217"/>
                  </a:lnTo>
                  <a:lnTo>
                    <a:pt x="488251" y="603943"/>
                  </a:lnTo>
                  <a:close/>
                </a:path>
                <a:path w="604519" h="604520">
                  <a:moveTo>
                    <a:pt x="488433" y="603943"/>
                  </a:moveTo>
                  <a:lnTo>
                    <a:pt x="488251" y="603943"/>
                  </a:lnTo>
                  <a:lnTo>
                    <a:pt x="488251" y="599217"/>
                  </a:lnTo>
                  <a:lnTo>
                    <a:pt x="511839" y="599217"/>
                  </a:lnTo>
                  <a:lnTo>
                    <a:pt x="488433" y="603943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100977" y="5997758"/>
            <a:ext cx="241935" cy="492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50" spc="-50" b="1">
                <a:solidFill>
                  <a:srgbClr val="52586A"/>
                </a:solidFill>
                <a:latin typeface="Arial"/>
                <a:cs typeface="Arial"/>
              </a:rPr>
              <a:t>3</a:t>
            </a:r>
            <a:endParaRPr sz="30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752549" y="5809687"/>
            <a:ext cx="7568565" cy="1534160"/>
          </a:xfrm>
          <a:prstGeom prst="rect">
            <a:avLst/>
          </a:prstGeom>
        </p:spPr>
        <p:txBody>
          <a:bodyPr wrap="square" lIns="0" tIns="2374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2550" b="1">
                <a:solidFill>
                  <a:srgbClr val="52586A"/>
                </a:solidFill>
                <a:latin typeface="Arial"/>
                <a:cs typeface="Arial"/>
              </a:rPr>
              <a:t>Provide</a:t>
            </a:r>
            <a:r>
              <a:rPr dirty="0" sz="2550" spc="-2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52586A"/>
                </a:solidFill>
                <a:latin typeface="Arial"/>
                <a:cs typeface="Arial"/>
              </a:rPr>
              <a:t>Real-</a:t>
            </a:r>
            <a:r>
              <a:rPr dirty="0" sz="2550" b="1">
                <a:solidFill>
                  <a:srgbClr val="52586A"/>
                </a:solidFill>
                <a:latin typeface="Arial"/>
                <a:cs typeface="Arial"/>
              </a:rPr>
              <a:t>Time</a:t>
            </a:r>
            <a:r>
              <a:rPr dirty="0" sz="2550" spc="-2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52586A"/>
                </a:solidFill>
                <a:latin typeface="Arial"/>
                <a:cs typeface="Arial"/>
              </a:rPr>
              <a:t>Analytics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8000"/>
              </a:lnSpc>
              <a:spcBef>
                <a:spcPts val="745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Calculate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and display attendance percentages instantly,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enabling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educators to monitor student participation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patterns.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919905" y="7942211"/>
            <a:ext cx="604520" cy="604520"/>
            <a:chOff x="919905" y="7942211"/>
            <a:chExt cx="604520" cy="604520"/>
          </a:xfrm>
        </p:grpSpPr>
        <p:sp>
          <p:nvSpPr>
            <p:cNvPr id="20" name="object 20" descr=""/>
            <p:cNvSpPr/>
            <p:nvPr/>
          </p:nvSpPr>
          <p:spPr>
            <a:xfrm>
              <a:off x="924667" y="7946973"/>
              <a:ext cx="594995" cy="594995"/>
            </a:xfrm>
            <a:custGeom>
              <a:avLst/>
              <a:gdLst/>
              <a:ahLst/>
              <a:cxnLst/>
              <a:rect l="l" t="t" r="r" b="b"/>
              <a:pathLst>
                <a:path w="594994" h="594995">
                  <a:moveTo>
                    <a:pt x="483488" y="594455"/>
                  </a:moveTo>
                  <a:lnTo>
                    <a:pt x="110966" y="594455"/>
                  </a:lnTo>
                  <a:lnTo>
                    <a:pt x="67789" y="585729"/>
                  </a:lnTo>
                  <a:lnTo>
                    <a:pt x="32515" y="561939"/>
                  </a:lnTo>
                  <a:lnTo>
                    <a:pt x="8725" y="526665"/>
                  </a:lnTo>
                  <a:lnTo>
                    <a:pt x="0" y="483488"/>
                  </a:lnTo>
                  <a:lnTo>
                    <a:pt x="0" y="110966"/>
                  </a:lnTo>
                  <a:lnTo>
                    <a:pt x="8725" y="67789"/>
                  </a:lnTo>
                  <a:lnTo>
                    <a:pt x="32515" y="32515"/>
                  </a:lnTo>
                  <a:lnTo>
                    <a:pt x="67789" y="8725"/>
                  </a:lnTo>
                  <a:lnTo>
                    <a:pt x="110966" y="0"/>
                  </a:lnTo>
                  <a:lnTo>
                    <a:pt x="483488" y="0"/>
                  </a:lnTo>
                  <a:lnTo>
                    <a:pt x="526665" y="8725"/>
                  </a:lnTo>
                  <a:lnTo>
                    <a:pt x="561939" y="32515"/>
                  </a:lnTo>
                  <a:lnTo>
                    <a:pt x="585729" y="67789"/>
                  </a:lnTo>
                  <a:lnTo>
                    <a:pt x="594455" y="110966"/>
                  </a:lnTo>
                  <a:lnTo>
                    <a:pt x="594455" y="483488"/>
                  </a:lnTo>
                  <a:lnTo>
                    <a:pt x="585729" y="526665"/>
                  </a:lnTo>
                  <a:lnTo>
                    <a:pt x="561939" y="561939"/>
                  </a:lnTo>
                  <a:lnTo>
                    <a:pt x="526665" y="585729"/>
                  </a:lnTo>
                  <a:lnTo>
                    <a:pt x="483488" y="594455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19905" y="7942211"/>
              <a:ext cx="604520" cy="604520"/>
            </a:xfrm>
            <a:custGeom>
              <a:avLst/>
              <a:gdLst/>
              <a:ahLst/>
              <a:cxnLst/>
              <a:rect l="l" t="t" r="r" b="b"/>
              <a:pathLst>
                <a:path w="604519" h="604520">
                  <a:moveTo>
                    <a:pt x="115728" y="603943"/>
                  </a:moveTo>
                  <a:lnTo>
                    <a:pt x="70682" y="594885"/>
                  </a:lnTo>
                  <a:lnTo>
                    <a:pt x="33897" y="570083"/>
                  </a:lnTo>
                  <a:lnTo>
                    <a:pt x="9094" y="533297"/>
                  </a:lnTo>
                  <a:lnTo>
                    <a:pt x="0" y="488251"/>
                  </a:lnTo>
                  <a:lnTo>
                    <a:pt x="0" y="115729"/>
                  </a:lnTo>
                  <a:lnTo>
                    <a:pt x="9094" y="70683"/>
                  </a:lnTo>
                  <a:lnTo>
                    <a:pt x="33897" y="33897"/>
                  </a:lnTo>
                  <a:lnTo>
                    <a:pt x="70682" y="9095"/>
                  </a:lnTo>
                  <a:lnTo>
                    <a:pt x="115728" y="0"/>
                  </a:lnTo>
                  <a:lnTo>
                    <a:pt x="488251" y="0"/>
                  </a:lnTo>
                  <a:lnTo>
                    <a:pt x="488251" y="4762"/>
                  </a:lnTo>
                  <a:lnTo>
                    <a:pt x="115728" y="4762"/>
                  </a:lnTo>
                  <a:lnTo>
                    <a:pt x="115728" y="9525"/>
                  </a:lnTo>
                  <a:lnTo>
                    <a:pt x="74381" y="17868"/>
                  </a:lnTo>
                  <a:lnTo>
                    <a:pt x="40624" y="40624"/>
                  </a:lnTo>
                  <a:lnTo>
                    <a:pt x="17868" y="74381"/>
                  </a:lnTo>
                  <a:lnTo>
                    <a:pt x="9525" y="115729"/>
                  </a:lnTo>
                  <a:lnTo>
                    <a:pt x="9525" y="488251"/>
                  </a:lnTo>
                  <a:lnTo>
                    <a:pt x="17868" y="529599"/>
                  </a:lnTo>
                  <a:lnTo>
                    <a:pt x="40624" y="563356"/>
                  </a:lnTo>
                  <a:lnTo>
                    <a:pt x="74381" y="586112"/>
                  </a:lnTo>
                  <a:lnTo>
                    <a:pt x="115728" y="594455"/>
                  </a:lnTo>
                  <a:lnTo>
                    <a:pt x="533935" y="594455"/>
                  </a:lnTo>
                  <a:lnTo>
                    <a:pt x="533297" y="594885"/>
                  </a:lnTo>
                  <a:lnTo>
                    <a:pt x="511839" y="599218"/>
                  </a:lnTo>
                  <a:lnTo>
                    <a:pt x="115728" y="599218"/>
                  </a:lnTo>
                  <a:lnTo>
                    <a:pt x="115728" y="603943"/>
                  </a:lnTo>
                  <a:close/>
                </a:path>
                <a:path w="604519" h="604520">
                  <a:moveTo>
                    <a:pt x="533935" y="594455"/>
                  </a:moveTo>
                  <a:lnTo>
                    <a:pt x="488251" y="594455"/>
                  </a:lnTo>
                  <a:lnTo>
                    <a:pt x="529598" y="586112"/>
                  </a:lnTo>
                  <a:lnTo>
                    <a:pt x="563356" y="563356"/>
                  </a:lnTo>
                  <a:lnTo>
                    <a:pt x="586111" y="529599"/>
                  </a:lnTo>
                  <a:lnTo>
                    <a:pt x="594455" y="488251"/>
                  </a:lnTo>
                  <a:lnTo>
                    <a:pt x="594455" y="115729"/>
                  </a:lnTo>
                  <a:lnTo>
                    <a:pt x="586098" y="74381"/>
                  </a:lnTo>
                  <a:lnTo>
                    <a:pt x="563320" y="40624"/>
                  </a:lnTo>
                  <a:lnTo>
                    <a:pt x="529558" y="17868"/>
                  </a:lnTo>
                  <a:lnTo>
                    <a:pt x="488251" y="9525"/>
                  </a:lnTo>
                  <a:lnTo>
                    <a:pt x="115728" y="9525"/>
                  </a:lnTo>
                  <a:lnTo>
                    <a:pt x="115728" y="4762"/>
                  </a:lnTo>
                  <a:lnTo>
                    <a:pt x="488251" y="4762"/>
                  </a:lnTo>
                  <a:lnTo>
                    <a:pt x="488251" y="0"/>
                  </a:lnTo>
                  <a:lnTo>
                    <a:pt x="533297" y="9095"/>
                  </a:lnTo>
                  <a:lnTo>
                    <a:pt x="570083" y="33897"/>
                  </a:lnTo>
                  <a:lnTo>
                    <a:pt x="594885" y="70683"/>
                  </a:lnTo>
                  <a:lnTo>
                    <a:pt x="603942" y="115729"/>
                  </a:lnTo>
                  <a:lnTo>
                    <a:pt x="603942" y="488251"/>
                  </a:lnTo>
                  <a:lnTo>
                    <a:pt x="594885" y="533297"/>
                  </a:lnTo>
                  <a:lnTo>
                    <a:pt x="570083" y="570083"/>
                  </a:lnTo>
                  <a:lnTo>
                    <a:pt x="533935" y="594455"/>
                  </a:lnTo>
                  <a:close/>
                </a:path>
                <a:path w="604519" h="604520">
                  <a:moveTo>
                    <a:pt x="488251" y="603943"/>
                  </a:moveTo>
                  <a:lnTo>
                    <a:pt x="115736" y="603943"/>
                  </a:lnTo>
                  <a:lnTo>
                    <a:pt x="115728" y="599218"/>
                  </a:lnTo>
                  <a:lnTo>
                    <a:pt x="488251" y="599218"/>
                  </a:lnTo>
                  <a:lnTo>
                    <a:pt x="488251" y="603943"/>
                  </a:lnTo>
                  <a:close/>
                </a:path>
                <a:path w="604519" h="604520">
                  <a:moveTo>
                    <a:pt x="488434" y="603943"/>
                  </a:moveTo>
                  <a:lnTo>
                    <a:pt x="488251" y="603943"/>
                  </a:lnTo>
                  <a:lnTo>
                    <a:pt x="488251" y="599218"/>
                  </a:lnTo>
                  <a:lnTo>
                    <a:pt x="511839" y="599218"/>
                  </a:lnTo>
                  <a:lnTo>
                    <a:pt x="488434" y="603943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100977" y="7957670"/>
            <a:ext cx="241935" cy="492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50" spc="-50" b="1">
                <a:solidFill>
                  <a:srgbClr val="52586A"/>
                </a:solidFill>
                <a:latin typeface="Arial"/>
                <a:cs typeface="Arial"/>
              </a:rPr>
              <a:t>4</a:t>
            </a:r>
            <a:endParaRPr sz="30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752549" y="7769588"/>
            <a:ext cx="7800975" cy="1534160"/>
          </a:xfrm>
          <a:prstGeom prst="rect">
            <a:avLst/>
          </a:prstGeom>
        </p:spPr>
        <p:txBody>
          <a:bodyPr wrap="square" lIns="0" tIns="238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dirty="0" sz="2550" b="1">
                <a:solidFill>
                  <a:srgbClr val="52586A"/>
                </a:solidFill>
                <a:latin typeface="Arial"/>
                <a:cs typeface="Arial"/>
              </a:rPr>
              <a:t>Generate</a:t>
            </a:r>
            <a:r>
              <a:rPr dirty="0" sz="2550" spc="-5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52586A"/>
                </a:solidFill>
                <a:latin typeface="Arial"/>
                <a:cs typeface="Arial"/>
              </a:rPr>
              <a:t>Comprehensive</a:t>
            </a:r>
            <a:r>
              <a:rPr dirty="0" sz="2550" spc="-5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52586A"/>
                </a:solidFill>
                <a:latin typeface="Arial"/>
                <a:cs typeface="Arial"/>
              </a:rPr>
              <a:t>Reports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8000"/>
              </a:lnSpc>
              <a:spcBef>
                <a:spcPts val="740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Produce detailed attendance reports with minimal effort,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supporting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institutional requirements and parent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communication.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7884" rIns="0" bIns="0" rtlCol="0" vert="horz">
            <a:spAutoFit/>
          </a:bodyPr>
          <a:lstStyle/>
          <a:p>
            <a:pPr marL="171450">
              <a:lnSpc>
                <a:spcPct val="100000"/>
              </a:lnSpc>
              <a:spcBef>
                <a:spcPts val="100"/>
              </a:spcBef>
            </a:pPr>
            <a:r>
              <a:rPr dirty="0" sz="5000"/>
              <a:t>Target</a:t>
            </a:r>
            <a:r>
              <a:rPr dirty="0" sz="5000" spc="-50"/>
              <a:t> </a:t>
            </a:r>
            <a:r>
              <a:rPr dirty="0" sz="5000" spc="-10"/>
              <a:t>Users</a:t>
            </a:r>
            <a:endParaRPr sz="5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835" y="2786653"/>
            <a:ext cx="10502551" cy="586174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19666" y="4717754"/>
            <a:ext cx="76200" cy="761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19666" y="5479754"/>
            <a:ext cx="76200" cy="761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19666" y="6241754"/>
            <a:ext cx="76200" cy="761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19666" y="6622754"/>
            <a:ext cx="76200" cy="7619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2021241" y="2465590"/>
            <a:ext cx="5318760" cy="6375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373B48"/>
                </a:solidFill>
                <a:latin typeface="Arial"/>
                <a:cs typeface="Arial"/>
              </a:rPr>
              <a:t>Primary </a:t>
            </a:r>
            <a:r>
              <a:rPr dirty="0" sz="3000" spc="-10" b="1">
                <a:solidFill>
                  <a:srgbClr val="373B48"/>
                </a:solidFill>
                <a:latin typeface="Arial"/>
                <a:cs typeface="Arial"/>
              </a:rPr>
              <a:t>Audience</a:t>
            </a:r>
            <a:endParaRPr sz="30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1475"/>
              </a:spcBef>
            </a:pP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This</a:t>
            </a:r>
            <a:r>
              <a:rPr dirty="0" sz="2000" spc="-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system</a:t>
            </a:r>
            <a:r>
              <a:rPr dirty="0" sz="2000" spc="-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serves</a:t>
            </a:r>
            <a:r>
              <a:rPr dirty="0" sz="2000" spc="-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educators</a:t>
            </a:r>
            <a:r>
              <a:rPr dirty="0" sz="2000" spc="-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000" spc="-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2586A"/>
                </a:solidFill>
                <a:latin typeface="Arial MT"/>
                <a:cs typeface="Arial MT"/>
              </a:rPr>
              <a:t>institutions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managing</a:t>
            </a:r>
            <a:r>
              <a:rPr dirty="0" sz="2000" spc="-8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student</a:t>
            </a:r>
            <a:r>
              <a:rPr dirty="0" sz="2000" spc="-8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attendance</a:t>
            </a:r>
            <a:r>
              <a:rPr dirty="0" sz="2000" spc="-8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through</a:t>
            </a:r>
            <a:r>
              <a:rPr dirty="0" sz="2000" spc="-8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a</a:t>
            </a:r>
            <a:r>
              <a:rPr dirty="0" sz="2000" spc="-8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2586A"/>
                </a:solidFill>
                <a:latin typeface="Arial MT"/>
                <a:cs typeface="Arial MT"/>
              </a:rPr>
              <a:t>simple </a:t>
            </a:r>
            <a:r>
              <a:rPr dirty="0" sz="2000" spc="-20">
                <a:solidFill>
                  <a:srgbClr val="52586A"/>
                </a:solidFill>
                <a:latin typeface="Arial MT"/>
                <a:cs typeface="Arial MT"/>
              </a:rPr>
              <a:t>console-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based</a:t>
            </a:r>
            <a:r>
              <a:rPr dirty="0" sz="2000" spc="-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2586A"/>
                </a:solidFill>
                <a:latin typeface="Arial MT"/>
                <a:cs typeface="Arial MT"/>
              </a:rPr>
              <a:t>interface:</a:t>
            </a:r>
            <a:endParaRPr sz="2000">
              <a:latin typeface="Arial MT"/>
              <a:cs typeface="Arial MT"/>
            </a:endParaRPr>
          </a:p>
          <a:p>
            <a:pPr marL="313690" marR="508634">
              <a:lnSpc>
                <a:spcPct val="125000"/>
              </a:lnSpc>
              <a:spcBef>
                <a:spcPts val="1855"/>
              </a:spcBef>
            </a:pP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Teachers</a:t>
            </a:r>
            <a:r>
              <a:rPr dirty="0" sz="2000" spc="-9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000" spc="-8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lecturers</a:t>
            </a:r>
            <a:r>
              <a:rPr dirty="0" sz="2000" spc="-9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conducting</a:t>
            </a:r>
            <a:r>
              <a:rPr dirty="0" sz="2000" spc="-8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2586A"/>
                </a:solidFill>
                <a:latin typeface="Arial MT"/>
                <a:cs typeface="Arial MT"/>
              </a:rPr>
              <a:t>daily attendance</a:t>
            </a:r>
            <a:endParaRPr sz="2000">
              <a:latin typeface="Arial MT"/>
              <a:cs typeface="Arial MT"/>
            </a:endParaRPr>
          </a:p>
          <a:p>
            <a:pPr marL="313690" marR="720725">
              <a:lnSpc>
                <a:spcPct val="125000"/>
              </a:lnSpc>
            </a:pPr>
            <a:r>
              <a:rPr dirty="0" sz="2000" spc="-10">
                <a:solidFill>
                  <a:srgbClr val="52586A"/>
                </a:solidFill>
                <a:latin typeface="Arial MT"/>
                <a:cs typeface="Arial MT"/>
              </a:rPr>
              <a:t>Administrative</a:t>
            </a:r>
            <a:r>
              <a:rPr dirty="0" sz="2000" spc="-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staff</a:t>
            </a:r>
            <a:r>
              <a:rPr dirty="0" sz="2000" spc="-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managing</a:t>
            </a:r>
            <a:r>
              <a:rPr dirty="0" sz="2000" spc="-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2586A"/>
                </a:solidFill>
                <a:latin typeface="Arial MT"/>
                <a:cs typeface="Arial MT"/>
              </a:rPr>
              <a:t>multiple classes</a:t>
            </a:r>
            <a:endParaRPr sz="2000">
              <a:latin typeface="Arial MT"/>
              <a:cs typeface="Arial MT"/>
            </a:endParaRPr>
          </a:p>
          <a:p>
            <a:pPr marL="313690" marR="749300">
              <a:lnSpc>
                <a:spcPct val="125000"/>
              </a:lnSpc>
            </a:pPr>
            <a:r>
              <a:rPr dirty="0" sz="2000" spc="-10">
                <a:solidFill>
                  <a:srgbClr val="52586A"/>
                </a:solidFill>
                <a:latin typeface="Arial MT"/>
                <a:cs typeface="Arial MT"/>
              </a:rPr>
              <a:t>Educational</a:t>
            </a:r>
            <a:r>
              <a:rPr dirty="0" sz="2000" spc="-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institutions</a:t>
            </a:r>
            <a:r>
              <a:rPr dirty="0" sz="2000" spc="-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of</a:t>
            </a:r>
            <a:r>
              <a:rPr dirty="0" sz="2000" spc="-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all</a:t>
            </a:r>
            <a:r>
              <a:rPr dirty="0" sz="2000" spc="-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2586A"/>
                </a:solidFill>
                <a:latin typeface="Arial MT"/>
                <a:cs typeface="Arial MT"/>
              </a:rPr>
              <a:t>sizes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Users</a:t>
            </a:r>
            <a:r>
              <a:rPr dirty="0" sz="2000" spc="-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comfortable</a:t>
            </a:r>
            <a:r>
              <a:rPr dirty="0" sz="2000" spc="-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with</a:t>
            </a:r>
            <a:r>
              <a:rPr dirty="0" sz="2000" spc="-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52586A"/>
                </a:solidFill>
                <a:latin typeface="Arial MT"/>
                <a:cs typeface="Arial MT"/>
              </a:rPr>
              <a:t>command-line </a:t>
            </a:r>
            <a:r>
              <a:rPr dirty="0" sz="2000" spc="-10">
                <a:solidFill>
                  <a:srgbClr val="52586A"/>
                </a:solidFill>
                <a:latin typeface="Arial MT"/>
                <a:cs typeface="Arial MT"/>
              </a:rPr>
              <a:t>interfaces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64"/>
              </a:spcBef>
            </a:pPr>
            <a:endParaRPr sz="2000">
              <a:latin typeface="Arial MT"/>
              <a:cs typeface="Arial MT"/>
            </a:endParaRPr>
          </a:p>
          <a:p>
            <a:pPr marL="12700" marR="838200">
              <a:lnSpc>
                <a:spcPct val="125000"/>
              </a:lnSpc>
            </a:pP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The</a:t>
            </a:r>
            <a:r>
              <a:rPr dirty="0" sz="2000" spc="-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52586A"/>
                </a:solidFill>
                <a:latin typeface="Arial MT"/>
                <a:cs typeface="Arial MT"/>
              </a:rPr>
              <a:t>console-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based</a:t>
            </a:r>
            <a:r>
              <a:rPr dirty="0" sz="2000" spc="-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design</a:t>
            </a:r>
            <a:r>
              <a:rPr dirty="0" sz="2000" spc="-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2586A"/>
                </a:solidFill>
                <a:latin typeface="Arial MT"/>
                <a:cs typeface="Arial MT"/>
              </a:rPr>
              <a:t>ensures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accessibility</a:t>
            </a:r>
            <a:r>
              <a:rPr dirty="0" sz="2000" spc="-1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without</a:t>
            </a:r>
            <a:r>
              <a:rPr dirty="0" sz="2000" spc="-1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requiring</a:t>
            </a:r>
            <a:r>
              <a:rPr dirty="0" sz="2000" spc="-1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2586A"/>
                </a:solidFill>
                <a:latin typeface="Arial MT"/>
                <a:cs typeface="Arial MT"/>
              </a:rPr>
              <a:t>advanced </a:t>
            </a:r>
            <a:r>
              <a:rPr dirty="0" sz="2000">
                <a:solidFill>
                  <a:srgbClr val="52586A"/>
                </a:solidFill>
                <a:latin typeface="Arial MT"/>
                <a:cs typeface="Arial MT"/>
              </a:rPr>
              <a:t>technical</a:t>
            </a:r>
            <a:r>
              <a:rPr dirty="0" sz="2000" spc="-10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52586A"/>
                </a:solidFill>
                <a:latin typeface="Arial MT"/>
                <a:cs typeface="Arial MT"/>
              </a:rPr>
              <a:t>infrastructure.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084" y="1007217"/>
            <a:ext cx="4509135" cy="825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6405" algn="l"/>
              </a:tabLst>
            </a:pPr>
            <a:r>
              <a:rPr dirty="0" sz="5250" spc="-20"/>
              <a:t>Core</a:t>
            </a:r>
            <a:r>
              <a:rPr dirty="0" sz="5250"/>
              <a:t>	</a:t>
            </a:r>
            <a:r>
              <a:rPr dirty="0" sz="5250" spc="-10"/>
              <a:t>Features</a:t>
            </a:r>
            <a:endParaRPr sz="5250"/>
          </a:p>
        </p:txBody>
      </p:sp>
      <p:sp>
        <p:nvSpPr>
          <p:cNvPr id="3" name="object 3" descr=""/>
          <p:cNvSpPr txBox="1"/>
          <p:nvPr/>
        </p:nvSpPr>
        <p:spPr>
          <a:xfrm>
            <a:off x="929084" y="2388098"/>
            <a:ext cx="1027557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The system provides essential functionality for comprehensive attendance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management: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60549" y="3104714"/>
            <a:ext cx="638810" cy="714375"/>
            <a:chOff x="960549" y="3104714"/>
            <a:chExt cx="638810" cy="714375"/>
          </a:xfrm>
        </p:grpSpPr>
        <p:sp>
          <p:nvSpPr>
            <p:cNvPr id="5" name="object 5" descr=""/>
            <p:cNvSpPr/>
            <p:nvPr/>
          </p:nvSpPr>
          <p:spPr>
            <a:xfrm>
              <a:off x="979282" y="3123309"/>
              <a:ext cx="601345" cy="676910"/>
            </a:xfrm>
            <a:custGeom>
              <a:avLst/>
              <a:gdLst/>
              <a:ahLst/>
              <a:cxnLst/>
              <a:rect l="l" t="t" r="r" b="b"/>
              <a:pathLst>
                <a:path w="601344" h="676910">
                  <a:moveTo>
                    <a:pt x="445253" y="120136"/>
                  </a:moveTo>
                  <a:lnTo>
                    <a:pt x="402317" y="142774"/>
                  </a:lnTo>
                  <a:lnTo>
                    <a:pt x="359552" y="152963"/>
                  </a:lnTo>
                  <a:lnTo>
                    <a:pt x="310923" y="157089"/>
                  </a:lnTo>
                  <a:lnTo>
                    <a:pt x="292378" y="157213"/>
                  </a:lnTo>
                  <a:lnTo>
                    <a:pt x="272922" y="156729"/>
                  </a:lnTo>
                  <a:lnTo>
                    <a:pt x="227706" y="150565"/>
                  </a:lnTo>
                  <a:lnTo>
                    <a:pt x="189221" y="139135"/>
                  </a:lnTo>
                  <a:lnTo>
                    <a:pt x="171327" y="131546"/>
                  </a:lnTo>
                  <a:lnTo>
                    <a:pt x="154684" y="120319"/>
                  </a:lnTo>
                </a:path>
                <a:path w="601344" h="676910">
                  <a:moveTo>
                    <a:pt x="500244" y="147"/>
                  </a:moveTo>
                  <a:lnTo>
                    <a:pt x="495065" y="2899"/>
                  </a:lnTo>
                  <a:lnTo>
                    <a:pt x="467352" y="15524"/>
                  </a:lnTo>
                  <a:lnTo>
                    <a:pt x="431312" y="30474"/>
                  </a:lnTo>
                  <a:lnTo>
                    <a:pt x="386944" y="47748"/>
                  </a:lnTo>
                </a:path>
                <a:path w="601344" h="676910">
                  <a:moveTo>
                    <a:pt x="307175" y="77226"/>
                  </a:moveTo>
                  <a:lnTo>
                    <a:pt x="302021" y="78460"/>
                  </a:lnTo>
                  <a:lnTo>
                    <a:pt x="298722" y="78370"/>
                  </a:lnTo>
                  <a:lnTo>
                    <a:pt x="290008" y="75874"/>
                  </a:lnTo>
                  <a:lnTo>
                    <a:pt x="207694" y="44380"/>
                  </a:lnTo>
                  <a:lnTo>
                    <a:pt x="154424" y="23838"/>
                  </a:lnTo>
                  <a:lnTo>
                    <a:pt x="119034" y="10345"/>
                  </a:lnTo>
                  <a:lnTo>
                    <a:pt x="90356" y="0"/>
                  </a:lnTo>
                </a:path>
                <a:path w="601344" h="676910">
                  <a:moveTo>
                    <a:pt x="473658" y="504236"/>
                  </a:moveTo>
                  <a:lnTo>
                    <a:pt x="462510" y="505814"/>
                  </a:lnTo>
                  <a:lnTo>
                    <a:pt x="446051" y="508580"/>
                  </a:lnTo>
                  <a:lnTo>
                    <a:pt x="424280" y="512535"/>
                  </a:lnTo>
                  <a:lnTo>
                    <a:pt x="397196" y="517678"/>
                  </a:lnTo>
                </a:path>
                <a:path w="601344" h="676910">
                  <a:moveTo>
                    <a:pt x="311238" y="534257"/>
                  </a:moveTo>
                  <a:lnTo>
                    <a:pt x="297521" y="533394"/>
                  </a:lnTo>
                  <a:lnTo>
                    <a:pt x="280451" y="531385"/>
                  </a:lnTo>
                  <a:lnTo>
                    <a:pt x="260028" y="528230"/>
                  </a:lnTo>
                  <a:lnTo>
                    <a:pt x="236253" y="523928"/>
                  </a:lnTo>
                </a:path>
                <a:path w="601344" h="676910">
                  <a:moveTo>
                    <a:pt x="139503" y="505477"/>
                  </a:moveTo>
                  <a:lnTo>
                    <a:pt x="127461" y="503774"/>
                  </a:lnTo>
                </a:path>
                <a:path w="601344" h="676910">
                  <a:moveTo>
                    <a:pt x="189845" y="382891"/>
                  </a:moveTo>
                  <a:lnTo>
                    <a:pt x="132531" y="398276"/>
                  </a:lnTo>
                  <a:lnTo>
                    <a:pt x="93717" y="415226"/>
                  </a:lnTo>
                  <a:lnTo>
                    <a:pt x="53600" y="443485"/>
                  </a:lnTo>
                  <a:lnTo>
                    <a:pt x="22329" y="480131"/>
                  </a:lnTo>
                  <a:lnTo>
                    <a:pt x="5419" y="520223"/>
                  </a:lnTo>
                  <a:lnTo>
                    <a:pt x="2555" y="532796"/>
                  </a:lnTo>
                  <a:lnTo>
                    <a:pt x="693" y="547632"/>
                  </a:lnTo>
                </a:path>
                <a:path w="601344" h="676910">
                  <a:moveTo>
                    <a:pt x="474045" y="672614"/>
                  </a:moveTo>
                  <a:lnTo>
                    <a:pt x="533051" y="671850"/>
                  </a:lnTo>
                  <a:lnTo>
                    <a:pt x="583157" y="668815"/>
                  </a:lnTo>
                  <a:lnTo>
                    <a:pt x="601060" y="624002"/>
                  </a:lnTo>
                  <a:lnTo>
                    <a:pt x="601276" y="594441"/>
                  </a:lnTo>
                  <a:lnTo>
                    <a:pt x="601239" y="555108"/>
                  </a:lnTo>
                </a:path>
                <a:path w="601344" h="676910">
                  <a:moveTo>
                    <a:pt x="148699" y="231308"/>
                  </a:moveTo>
                  <a:lnTo>
                    <a:pt x="146713" y="222230"/>
                  </a:lnTo>
                  <a:lnTo>
                    <a:pt x="144992" y="211507"/>
                  </a:lnTo>
                  <a:lnTo>
                    <a:pt x="143546" y="198083"/>
                  </a:lnTo>
                  <a:lnTo>
                    <a:pt x="142384" y="180900"/>
                  </a:lnTo>
                  <a:lnTo>
                    <a:pt x="145063" y="160081"/>
                  </a:lnTo>
                  <a:lnTo>
                    <a:pt x="147611" y="145298"/>
                  </a:lnTo>
                  <a:lnTo>
                    <a:pt x="150620" y="133170"/>
                  </a:lnTo>
                  <a:lnTo>
                    <a:pt x="154684" y="120319"/>
                  </a:lnTo>
                </a:path>
                <a:path w="601344" h="676910">
                  <a:moveTo>
                    <a:pt x="693" y="547632"/>
                  </a:moveTo>
                  <a:lnTo>
                    <a:pt x="210" y="563834"/>
                  </a:lnTo>
                  <a:lnTo>
                    <a:pt x="0" y="588614"/>
                  </a:lnTo>
                  <a:lnTo>
                    <a:pt x="41" y="615829"/>
                  </a:lnTo>
                  <a:lnTo>
                    <a:pt x="2972" y="657053"/>
                  </a:lnTo>
                  <a:lnTo>
                    <a:pt x="21065" y="670412"/>
                  </a:lnTo>
                  <a:lnTo>
                    <a:pt x="28526" y="672076"/>
                  </a:lnTo>
                </a:path>
                <a:path w="601344" h="676910">
                  <a:moveTo>
                    <a:pt x="104624" y="672250"/>
                  </a:moveTo>
                  <a:lnTo>
                    <a:pt x="127509" y="673474"/>
                  </a:lnTo>
                </a:path>
                <a:path w="601344" h="676910">
                  <a:moveTo>
                    <a:pt x="601239" y="555108"/>
                  </a:moveTo>
                  <a:lnTo>
                    <a:pt x="592077" y="505924"/>
                  </a:lnTo>
                  <a:lnTo>
                    <a:pt x="570206" y="466573"/>
                  </a:lnTo>
                  <a:lnTo>
                    <a:pt x="536395" y="433655"/>
                  </a:lnTo>
                  <a:lnTo>
                    <a:pt x="500670" y="411629"/>
                  </a:lnTo>
                  <a:lnTo>
                    <a:pt x="453421" y="393040"/>
                  </a:lnTo>
                  <a:lnTo>
                    <a:pt x="424114" y="384342"/>
                  </a:lnTo>
                  <a:lnTo>
                    <a:pt x="410174" y="382792"/>
                  </a:lnTo>
                </a:path>
                <a:path w="601344" h="676910">
                  <a:moveTo>
                    <a:pt x="444905" y="120292"/>
                  </a:moveTo>
                  <a:lnTo>
                    <a:pt x="456769" y="158545"/>
                  </a:lnTo>
                  <a:lnTo>
                    <a:pt x="459036" y="182474"/>
                  </a:lnTo>
                  <a:lnTo>
                    <a:pt x="458967" y="190506"/>
                  </a:lnTo>
                  <a:lnTo>
                    <a:pt x="452456" y="229978"/>
                  </a:lnTo>
                  <a:lnTo>
                    <a:pt x="436083" y="266542"/>
                  </a:lnTo>
                  <a:lnTo>
                    <a:pt x="410896" y="297843"/>
                  </a:lnTo>
                  <a:lnTo>
                    <a:pt x="378537" y="321833"/>
                  </a:lnTo>
                  <a:lnTo>
                    <a:pt x="341124" y="336946"/>
                  </a:lnTo>
                  <a:lnTo>
                    <a:pt x="301067" y="342216"/>
                  </a:lnTo>
                  <a:lnTo>
                    <a:pt x="292953" y="342046"/>
                  </a:lnTo>
                  <a:lnTo>
                    <a:pt x="253135" y="335108"/>
                  </a:lnTo>
                  <a:lnTo>
                    <a:pt x="216398" y="318448"/>
                  </a:lnTo>
                  <a:lnTo>
                    <a:pt x="185105" y="293145"/>
                  </a:lnTo>
                  <a:lnTo>
                    <a:pt x="161271" y="260821"/>
                  </a:lnTo>
                  <a:lnTo>
                    <a:pt x="151232" y="238938"/>
                  </a:lnTo>
                  <a:lnTo>
                    <a:pt x="148649" y="231323"/>
                  </a:lnTo>
                </a:path>
                <a:path w="601344" h="676910">
                  <a:moveTo>
                    <a:pt x="446552" y="25109"/>
                  </a:moveTo>
                  <a:lnTo>
                    <a:pt x="445253" y="120136"/>
                  </a:lnTo>
                </a:path>
                <a:path w="601344" h="676910">
                  <a:moveTo>
                    <a:pt x="154684" y="120319"/>
                  </a:moveTo>
                  <a:lnTo>
                    <a:pt x="155931" y="24846"/>
                  </a:lnTo>
                </a:path>
                <a:path w="601344" h="676910">
                  <a:moveTo>
                    <a:pt x="520695" y="145464"/>
                  </a:moveTo>
                  <a:lnTo>
                    <a:pt x="520841" y="12443"/>
                  </a:lnTo>
                  <a:lnTo>
                    <a:pt x="516880" y="147"/>
                  </a:lnTo>
                </a:path>
                <a:path w="601344" h="676910">
                  <a:moveTo>
                    <a:pt x="386944" y="47748"/>
                  </a:moveTo>
                  <a:lnTo>
                    <a:pt x="307175" y="77226"/>
                  </a:lnTo>
                </a:path>
                <a:path w="601344" h="676910">
                  <a:moveTo>
                    <a:pt x="474179" y="676422"/>
                  </a:moveTo>
                  <a:lnTo>
                    <a:pt x="473658" y="504236"/>
                  </a:lnTo>
                </a:path>
              </a:pathLst>
            </a:custGeom>
            <a:ln w="37292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9258" y="3487470"/>
              <a:ext cx="418830" cy="331004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920875" y="2852369"/>
            <a:ext cx="6898005" cy="1565910"/>
          </a:xfrm>
          <a:prstGeom prst="rect">
            <a:avLst/>
          </a:prstGeom>
        </p:spPr>
        <p:txBody>
          <a:bodyPr wrap="square" lIns="0" tIns="24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dirty="0" sz="2600" b="1">
                <a:solidFill>
                  <a:srgbClr val="52586A"/>
                </a:solidFill>
                <a:latin typeface="Arial"/>
                <a:cs typeface="Arial"/>
              </a:rPr>
              <a:t>Add</a:t>
            </a:r>
            <a:r>
              <a:rPr dirty="0" sz="2600" spc="3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52586A"/>
                </a:solidFill>
                <a:latin typeface="Arial"/>
                <a:cs typeface="Arial"/>
              </a:rPr>
              <a:t>Student</a:t>
            </a:r>
            <a:r>
              <a:rPr dirty="0" sz="2600" spc="3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52586A"/>
                </a:solidFill>
                <a:latin typeface="Arial"/>
                <a:cs typeface="Arial"/>
              </a:rPr>
              <a:t>Records</a:t>
            </a:r>
            <a:endParaRPr sz="2600">
              <a:latin typeface="Arial"/>
              <a:cs typeface="Arial"/>
            </a:endParaRPr>
          </a:p>
          <a:p>
            <a:pPr marL="12700" marR="5080">
              <a:lnSpc>
                <a:spcPct val="131100"/>
              </a:lnSpc>
              <a:spcBef>
                <a:spcPts val="690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Register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new students with unique IDs and names,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building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a comprehensive class roster for attendance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tracking.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303543" y="3259996"/>
            <a:ext cx="676275" cy="499109"/>
          </a:xfrm>
          <a:custGeom>
            <a:avLst/>
            <a:gdLst/>
            <a:ahLst/>
            <a:cxnLst/>
            <a:rect l="l" t="t" r="r" b="b"/>
            <a:pathLst>
              <a:path w="676275" h="499110">
                <a:moveTo>
                  <a:pt x="676274" y="0"/>
                </a:moveTo>
                <a:lnTo>
                  <a:pt x="182577" y="498946"/>
                </a:lnTo>
              </a:path>
              <a:path w="676275" h="499110">
                <a:moveTo>
                  <a:pt x="0" y="314197"/>
                </a:moveTo>
                <a:lnTo>
                  <a:pt x="182577" y="498946"/>
                </a:lnTo>
              </a:path>
            </a:pathLst>
          </a:custGeom>
          <a:ln w="38945">
            <a:solidFill>
              <a:srgbClr val="373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282634" y="2852369"/>
            <a:ext cx="6767195" cy="1565910"/>
          </a:xfrm>
          <a:prstGeom prst="rect">
            <a:avLst/>
          </a:prstGeom>
        </p:spPr>
        <p:txBody>
          <a:bodyPr wrap="square" lIns="0" tIns="24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dirty="0" sz="2600" b="1">
                <a:solidFill>
                  <a:srgbClr val="52586A"/>
                </a:solidFill>
                <a:latin typeface="Arial"/>
                <a:cs typeface="Arial"/>
              </a:rPr>
              <a:t>Mark</a:t>
            </a:r>
            <a:r>
              <a:rPr dirty="0" sz="2600" spc="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52586A"/>
                </a:solidFill>
                <a:latin typeface="Arial"/>
                <a:cs typeface="Arial"/>
              </a:rPr>
              <a:t>Daily</a:t>
            </a:r>
            <a:r>
              <a:rPr dirty="0" sz="2600" spc="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52586A"/>
                </a:solidFill>
                <a:latin typeface="Arial"/>
                <a:cs typeface="Arial"/>
              </a:rPr>
              <a:t>Attendance</a:t>
            </a:r>
            <a:endParaRPr sz="2600">
              <a:latin typeface="Arial"/>
              <a:cs typeface="Arial"/>
            </a:endParaRPr>
          </a:p>
          <a:p>
            <a:pPr marL="12700" marR="5080">
              <a:lnSpc>
                <a:spcPct val="131100"/>
              </a:lnSpc>
              <a:spcBef>
                <a:spcPts val="690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Quickly record presence or absence using simple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'y/n'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inputs,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streamlining the daily attendance marking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process.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958022" y="5450073"/>
            <a:ext cx="644525" cy="709295"/>
            <a:chOff x="958022" y="5450073"/>
            <a:chExt cx="644525" cy="709295"/>
          </a:xfrm>
        </p:grpSpPr>
        <p:sp>
          <p:nvSpPr>
            <p:cNvPr id="11" name="object 11" descr=""/>
            <p:cNvSpPr/>
            <p:nvPr/>
          </p:nvSpPr>
          <p:spPr>
            <a:xfrm>
              <a:off x="974259" y="5484516"/>
              <a:ext cx="7620" cy="49530"/>
            </a:xfrm>
            <a:custGeom>
              <a:avLst/>
              <a:gdLst/>
              <a:ahLst/>
              <a:cxnLst/>
              <a:rect l="l" t="t" r="r" b="b"/>
              <a:pathLst>
                <a:path w="7619" h="49529">
                  <a:moveTo>
                    <a:pt x="7011" y="0"/>
                  </a:moveTo>
                  <a:lnTo>
                    <a:pt x="4497" y="7456"/>
                  </a:lnTo>
                  <a:lnTo>
                    <a:pt x="2443" y="15331"/>
                  </a:lnTo>
                  <a:lnTo>
                    <a:pt x="937" y="22975"/>
                  </a:lnTo>
                  <a:lnTo>
                    <a:pt x="71" y="29736"/>
                  </a:lnTo>
                  <a:lnTo>
                    <a:pt x="0" y="49238"/>
                  </a:lnTo>
                </a:path>
              </a:pathLst>
            </a:custGeom>
            <a:ln w="32475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3018" y="5533532"/>
              <a:ext cx="63581" cy="18145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2188" y="5534917"/>
              <a:ext cx="72851" cy="180128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974259" y="5466311"/>
              <a:ext cx="611505" cy="676275"/>
            </a:xfrm>
            <a:custGeom>
              <a:avLst/>
              <a:gdLst/>
              <a:ahLst/>
              <a:cxnLst/>
              <a:rect l="l" t="t" r="r" b="b"/>
              <a:pathLst>
                <a:path w="611505" h="676275">
                  <a:moveTo>
                    <a:pt x="591805" y="676274"/>
                  </a:moveTo>
                  <a:lnTo>
                    <a:pt x="610001" y="633630"/>
                  </a:lnTo>
                  <a:lnTo>
                    <a:pt x="611071" y="611066"/>
                  </a:lnTo>
                  <a:lnTo>
                    <a:pt x="611227" y="597259"/>
                  </a:lnTo>
                </a:path>
                <a:path w="611505" h="676275">
                  <a:moveTo>
                    <a:pt x="509500" y="83458"/>
                  </a:moveTo>
                  <a:lnTo>
                    <a:pt x="98220" y="84843"/>
                  </a:lnTo>
                </a:path>
                <a:path w="611505" h="676275">
                  <a:moveTo>
                    <a:pt x="0" y="67443"/>
                  </a:moveTo>
                  <a:lnTo>
                    <a:pt x="36" y="626513"/>
                  </a:lnTo>
                </a:path>
                <a:path w="611505" h="676275">
                  <a:moveTo>
                    <a:pt x="494996" y="232441"/>
                  </a:moveTo>
                  <a:lnTo>
                    <a:pt x="124541" y="232495"/>
                  </a:lnTo>
                </a:path>
                <a:path w="611505" h="676275">
                  <a:moveTo>
                    <a:pt x="115" y="626512"/>
                  </a:moveTo>
                  <a:lnTo>
                    <a:pt x="147" y="632043"/>
                  </a:lnTo>
                  <a:lnTo>
                    <a:pt x="750" y="637512"/>
                  </a:lnTo>
                  <a:lnTo>
                    <a:pt x="1922" y="642918"/>
                  </a:lnTo>
                  <a:lnTo>
                    <a:pt x="3095" y="648323"/>
                  </a:lnTo>
                  <a:lnTo>
                    <a:pt x="4812" y="653550"/>
                  </a:lnTo>
                  <a:lnTo>
                    <a:pt x="7075" y="658597"/>
                  </a:lnTo>
                  <a:lnTo>
                    <a:pt x="9337" y="663644"/>
                  </a:lnTo>
                  <a:lnTo>
                    <a:pt x="12096" y="668404"/>
                  </a:lnTo>
                  <a:lnTo>
                    <a:pt x="15351" y="672876"/>
                  </a:lnTo>
                  <a:lnTo>
                    <a:pt x="17825" y="676274"/>
                  </a:lnTo>
                </a:path>
                <a:path w="611505" h="676275">
                  <a:moveTo>
                    <a:pt x="611227" y="597259"/>
                  </a:moveTo>
                  <a:lnTo>
                    <a:pt x="611211" y="54442"/>
                  </a:lnTo>
                </a:path>
                <a:path w="611505" h="676275">
                  <a:moveTo>
                    <a:pt x="611295" y="54444"/>
                  </a:moveTo>
                  <a:lnTo>
                    <a:pt x="611455" y="48401"/>
                  </a:lnTo>
                  <a:lnTo>
                    <a:pt x="610940" y="42416"/>
                  </a:lnTo>
                  <a:lnTo>
                    <a:pt x="609751" y="36489"/>
                  </a:lnTo>
                  <a:lnTo>
                    <a:pt x="608561" y="30562"/>
                  </a:lnTo>
                  <a:lnTo>
                    <a:pt x="595060" y="3825"/>
                  </a:lnTo>
                  <a:lnTo>
                    <a:pt x="592169" y="0"/>
                  </a:lnTo>
                </a:path>
                <a:path w="611505" h="676275">
                  <a:moveTo>
                    <a:pt x="18371" y="0"/>
                  </a:moveTo>
                  <a:lnTo>
                    <a:pt x="14154" y="4899"/>
                  </a:lnTo>
                  <a:lnTo>
                    <a:pt x="10135" y="11264"/>
                  </a:lnTo>
                  <a:lnTo>
                    <a:pt x="7060" y="18226"/>
                  </a:lnTo>
                </a:path>
              </a:pathLst>
            </a:custGeom>
            <a:ln w="32477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1314914" y="5762611"/>
            <a:ext cx="163195" cy="358775"/>
            <a:chOff x="1314914" y="5762611"/>
            <a:chExt cx="163195" cy="358775"/>
          </a:xfrm>
        </p:grpSpPr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5448" y="5958881"/>
              <a:ext cx="162043" cy="162058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4914" y="5762611"/>
              <a:ext cx="162714" cy="162729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1081724" y="5762959"/>
            <a:ext cx="162560" cy="358140"/>
            <a:chOff x="1081724" y="5762959"/>
            <a:chExt cx="162560" cy="358140"/>
          </a:xfrm>
        </p:grpSpPr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1788" y="5958878"/>
              <a:ext cx="161987" cy="162002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81724" y="5762959"/>
              <a:ext cx="162114" cy="162129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920875" y="5195237"/>
            <a:ext cx="6694805" cy="1565910"/>
          </a:xfrm>
          <a:prstGeom prst="rect">
            <a:avLst/>
          </a:prstGeom>
        </p:spPr>
        <p:txBody>
          <a:bodyPr wrap="square" lIns="0" tIns="24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dirty="0" sz="2600" b="1">
                <a:solidFill>
                  <a:srgbClr val="52586A"/>
                </a:solidFill>
                <a:latin typeface="Arial"/>
                <a:cs typeface="Arial"/>
              </a:rPr>
              <a:t>Calculate</a:t>
            </a:r>
            <a:r>
              <a:rPr dirty="0" sz="2600" spc="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52586A"/>
                </a:solidFill>
                <a:latin typeface="Arial"/>
                <a:cs typeface="Arial"/>
              </a:rPr>
              <a:t>Percentages</a:t>
            </a:r>
            <a:endParaRPr sz="2600">
              <a:latin typeface="Arial"/>
              <a:cs typeface="Arial"/>
            </a:endParaRPr>
          </a:p>
          <a:p>
            <a:pPr marL="12700" marR="5080">
              <a:lnSpc>
                <a:spcPct val="131100"/>
              </a:lnSpc>
              <a:spcBef>
                <a:spcPts val="690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Automatically compute attendance percentages based </a:t>
            </a:r>
            <a:r>
              <a:rPr dirty="0" sz="2050" spc="-25">
                <a:solidFill>
                  <a:srgbClr val="52586A"/>
                </a:solidFill>
                <a:latin typeface="Arial MT"/>
                <a:cs typeface="Arial MT"/>
              </a:rPr>
              <a:t>on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recorded data, eliminating manual calculation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errors.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9752701" y="5450233"/>
            <a:ext cx="210185" cy="708660"/>
            <a:chOff x="9752701" y="5450233"/>
            <a:chExt cx="210185" cy="708660"/>
          </a:xfrm>
        </p:grpSpPr>
        <p:sp>
          <p:nvSpPr>
            <p:cNvPr id="23" name="object 23" descr=""/>
            <p:cNvSpPr/>
            <p:nvPr/>
          </p:nvSpPr>
          <p:spPr>
            <a:xfrm>
              <a:off x="9938009" y="5608973"/>
              <a:ext cx="8890" cy="534035"/>
            </a:xfrm>
            <a:custGeom>
              <a:avLst/>
              <a:gdLst/>
              <a:ahLst/>
              <a:cxnLst/>
              <a:rect l="l" t="t" r="r" b="b"/>
              <a:pathLst>
                <a:path w="8890" h="534035">
                  <a:moveTo>
                    <a:pt x="0" y="0"/>
                  </a:moveTo>
                  <a:lnTo>
                    <a:pt x="2775" y="6600"/>
                  </a:lnTo>
                  <a:lnTo>
                    <a:pt x="4921" y="12712"/>
                  </a:lnTo>
                  <a:lnTo>
                    <a:pt x="6613" y="19040"/>
                  </a:lnTo>
                  <a:lnTo>
                    <a:pt x="8025" y="26293"/>
                  </a:lnTo>
                  <a:lnTo>
                    <a:pt x="8329" y="106747"/>
                  </a:lnTo>
                </a:path>
                <a:path w="8890" h="534035">
                  <a:moveTo>
                    <a:pt x="8327" y="509044"/>
                  </a:moveTo>
                  <a:lnTo>
                    <a:pt x="8042" y="514374"/>
                  </a:lnTo>
                  <a:lnTo>
                    <a:pt x="7277" y="520098"/>
                  </a:lnTo>
                  <a:lnTo>
                    <a:pt x="5826" y="526566"/>
                  </a:lnTo>
                  <a:lnTo>
                    <a:pt x="3645" y="533612"/>
                  </a:lnTo>
                </a:path>
              </a:pathLst>
            </a:custGeom>
            <a:ln w="32155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52973" y="5502554"/>
              <a:ext cx="110646" cy="122194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9768777" y="5466311"/>
              <a:ext cx="177800" cy="652145"/>
            </a:xfrm>
            <a:custGeom>
              <a:avLst/>
              <a:gdLst/>
              <a:ahLst/>
              <a:cxnLst/>
              <a:rect l="l" t="t" r="r" b="b"/>
              <a:pathLst>
                <a:path w="177800" h="652145">
                  <a:moveTo>
                    <a:pt x="177561" y="249409"/>
                  </a:moveTo>
                  <a:lnTo>
                    <a:pt x="177559" y="651706"/>
                  </a:lnTo>
                </a:path>
                <a:path w="177800" h="652145">
                  <a:moveTo>
                    <a:pt x="169231" y="142662"/>
                  </a:moveTo>
                  <a:lnTo>
                    <a:pt x="27173" y="0"/>
                  </a:lnTo>
                </a:path>
                <a:path w="177800" h="652145">
                  <a:moveTo>
                    <a:pt x="169231" y="142662"/>
                  </a:moveTo>
                  <a:lnTo>
                    <a:pt x="78765" y="142359"/>
                  </a:lnTo>
                </a:path>
                <a:path w="177800" h="652145">
                  <a:moveTo>
                    <a:pt x="273" y="52319"/>
                  </a:moveTo>
                  <a:lnTo>
                    <a:pt x="0" y="0"/>
                  </a:lnTo>
                </a:path>
              </a:pathLst>
            </a:custGeom>
            <a:ln w="32155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/>
          <p:nvPr/>
        </p:nvSpPr>
        <p:spPr>
          <a:xfrm>
            <a:off x="9336887" y="5466311"/>
            <a:ext cx="5715" cy="676275"/>
          </a:xfrm>
          <a:custGeom>
            <a:avLst/>
            <a:gdLst/>
            <a:ahLst/>
            <a:cxnLst/>
            <a:rect l="l" t="t" r="r" b="b"/>
            <a:pathLst>
              <a:path w="5715" h="676275">
                <a:moveTo>
                  <a:pt x="5541" y="676274"/>
                </a:moveTo>
                <a:lnTo>
                  <a:pt x="4052" y="672601"/>
                </a:lnTo>
                <a:lnTo>
                  <a:pt x="1921" y="665161"/>
                </a:lnTo>
                <a:lnTo>
                  <a:pt x="547" y="657428"/>
                </a:lnTo>
                <a:lnTo>
                  <a:pt x="349" y="636547"/>
                </a:lnTo>
              </a:path>
              <a:path w="5715" h="676275">
                <a:moveTo>
                  <a:pt x="349" y="636547"/>
                </a:moveTo>
                <a:lnTo>
                  <a:pt x="343" y="24356"/>
                </a:lnTo>
              </a:path>
              <a:path w="5715" h="676275">
                <a:moveTo>
                  <a:pt x="327" y="24358"/>
                </a:moveTo>
                <a:lnTo>
                  <a:pt x="0" y="20838"/>
                </a:lnTo>
                <a:lnTo>
                  <a:pt x="88" y="17328"/>
                </a:lnTo>
                <a:lnTo>
                  <a:pt x="594" y="13829"/>
                </a:lnTo>
                <a:lnTo>
                  <a:pt x="1100" y="10330"/>
                </a:lnTo>
                <a:lnTo>
                  <a:pt x="2008" y="6939"/>
                </a:lnTo>
                <a:lnTo>
                  <a:pt x="3319" y="3656"/>
                </a:lnTo>
                <a:lnTo>
                  <a:pt x="4631" y="373"/>
                </a:lnTo>
                <a:lnTo>
                  <a:pt x="4834" y="0"/>
                </a:lnTo>
              </a:path>
            </a:pathLst>
          </a:custGeom>
          <a:ln w="32155">
            <a:solidFill>
              <a:srgbClr val="373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9453525" y="5694527"/>
            <a:ext cx="375920" cy="353060"/>
          </a:xfrm>
          <a:custGeom>
            <a:avLst/>
            <a:gdLst/>
            <a:ahLst/>
            <a:cxnLst/>
            <a:rect l="l" t="t" r="r" b="b"/>
            <a:pathLst>
              <a:path w="375920" h="353060">
                <a:moveTo>
                  <a:pt x="136788" y="191661"/>
                </a:moveTo>
                <a:lnTo>
                  <a:pt x="37009" y="191417"/>
                </a:lnTo>
              </a:path>
              <a:path w="375920" h="353060">
                <a:moveTo>
                  <a:pt x="137843" y="352276"/>
                </a:moveTo>
                <a:lnTo>
                  <a:pt x="136799" y="185003"/>
                </a:lnTo>
              </a:path>
              <a:path w="375920" h="353060">
                <a:moveTo>
                  <a:pt x="0" y="352647"/>
                </a:moveTo>
                <a:lnTo>
                  <a:pt x="375520" y="352498"/>
                </a:lnTo>
              </a:path>
              <a:path w="375920" h="353060">
                <a:moveTo>
                  <a:pt x="38344" y="352499"/>
                </a:moveTo>
                <a:lnTo>
                  <a:pt x="37009" y="191417"/>
                </a:lnTo>
              </a:path>
              <a:path w="375920" h="353060">
                <a:moveTo>
                  <a:pt x="136799" y="185003"/>
                </a:moveTo>
                <a:lnTo>
                  <a:pt x="138023" y="114252"/>
                </a:lnTo>
                <a:lnTo>
                  <a:pt x="238694" y="111368"/>
                </a:lnTo>
              </a:path>
              <a:path w="375920" h="353060">
                <a:moveTo>
                  <a:pt x="238798" y="352208"/>
                </a:moveTo>
                <a:lnTo>
                  <a:pt x="238803" y="0"/>
                </a:lnTo>
              </a:path>
              <a:path w="375920" h="353060">
                <a:moveTo>
                  <a:pt x="337450" y="685"/>
                </a:moveTo>
                <a:lnTo>
                  <a:pt x="238803" y="0"/>
                </a:lnTo>
              </a:path>
              <a:path w="375920" h="353060">
                <a:moveTo>
                  <a:pt x="338059" y="352342"/>
                </a:moveTo>
                <a:lnTo>
                  <a:pt x="337450" y="685"/>
                </a:lnTo>
              </a:path>
            </a:pathLst>
          </a:custGeom>
          <a:ln w="32155">
            <a:solidFill>
              <a:srgbClr val="373B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0282634" y="5195237"/>
            <a:ext cx="6607175" cy="1565910"/>
          </a:xfrm>
          <a:prstGeom prst="rect">
            <a:avLst/>
          </a:prstGeom>
        </p:spPr>
        <p:txBody>
          <a:bodyPr wrap="square" lIns="0" tIns="24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dirty="0" sz="2600" b="1">
                <a:solidFill>
                  <a:srgbClr val="52586A"/>
                </a:solidFill>
                <a:latin typeface="Arial"/>
                <a:cs typeface="Arial"/>
              </a:rPr>
              <a:t>Generate</a:t>
            </a:r>
            <a:r>
              <a:rPr dirty="0" sz="2600" spc="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52586A"/>
                </a:solidFill>
                <a:latin typeface="Arial"/>
                <a:cs typeface="Arial"/>
              </a:rPr>
              <a:t>Reports</a:t>
            </a:r>
            <a:endParaRPr sz="2600">
              <a:latin typeface="Arial"/>
              <a:cs typeface="Arial"/>
            </a:endParaRPr>
          </a:p>
          <a:p>
            <a:pPr marL="12700" marR="5080">
              <a:lnSpc>
                <a:spcPct val="131100"/>
              </a:lnSpc>
              <a:spcBef>
                <a:spcPts val="690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Produce formatted attendance reports displaying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student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details and percentage metrics at a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glance.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959842" y="7372363"/>
            <a:ext cx="640715" cy="711200"/>
            <a:chOff x="959842" y="7372363"/>
            <a:chExt cx="640715" cy="711200"/>
          </a:xfrm>
        </p:grpSpPr>
        <p:sp>
          <p:nvSpPr>
            <p:cNvPr id="30" name="object 30" descr=""/>
            <p:cNvSpPr/>
            <p:nvPr/>
          </p:nvSpPr>
          <p:spPr>
            <a:xfrm>
              <a:off x="1346906" y="7389609"/>
              <a:ext cx="236220" cy="676275"/>
            </a:xfrm>
            <a:custGeom>
              <a:avLst/>
              <a:gdLst/>
              <a:ahLst/>
              <a:cxnLst/>
              <a:rect l="l" t="t" r="r" b="b"/>
              <a:pathLst>
                <a:path w="236219" h="676275">
                  <a:moveTo>
                    <a:pt x="235338" y="65219"/>
                  </a:moveTo>
                  <a:lnTo>
                    <a:pt x="182700" y="58683"/>
                  </a:lnTo>
                  <a:lnTo>
                    <a:pt x="130442" y="48425"/>
                  </a:lnTo>
                  <a:lnTo>
                    <a:pt x="91281" y="36835"/>
                  </a:lnTo>
                  <a:lnTo>
                    <a:pt x="42775" y="18535"/>
                  </a:lnTo>
                  <a:lnTo>
                    <a:pt x="10170" y="2886"/>
                  </a:lnTo>
                  <a:lnTo>
                    <a:pt x="4762" y="0"/>
                  </a:lnTo>
                </a:path>
                <a:path w="236219" h="676275">
                  <a:moveTo>
                    <a:pt x="235338" y="65218"/>
                  </a:moveTo>
                  <a:lnTo>
                    <a:pt x="235676" y="87497"/>
                  </a:lnTo>
                  <a:lnTo>
                    <a:pt x="235845" y="125808"/>
                  </a:lnTo>
                  <a:lnTo>
                    <a:pt x="235728" y="168908"/>
                  </a:lnTo>
                  <a:lnTo>
                    <a:pt x="235213" y="205558"/>
                  </a:lnTo>
                  <a:lnTo>
                    <a:pt x="233789" y="234983"/>
                  </a:lnTo>
                </a:path>
                <a:path w="236219" h="676275">
                  <a:moveTo>
                    <a:pt x="228764" y="286682"/>
                  </a:moveTo>
                  <a:lnTo>
                    <a:pt x="220550" y="334903"/>
                  </a:lnTo>
                  <a:lnTo>
                    <a:pt x="209851" y="381448"/>
                  </a:lnTo>
                  <a:lnTo>
                    <a:pt x="192200" y="429648"/>
                  </a:lnTo>
                  <a:lnTo>
                    <a:pt x="170874" y="477603"/>
                  </a:lnTo>
                  <a:lnTo>
                    <a:pt x="149264" y="513854"/>
                  </a:lnTo>
                  <a:lnTo>
                    <a:pt x="123081" y="552519"/>
                  </a:lnTo>
                  <a:lnTo>
                    <a:pt x="89676" y="591748"/>
                  </a:lnTo>
                  <a:lnTo>
                    <a:pt x="49724" y="633833"/>
                  </a:lnTo>
                  <a:lnTo>
                    <a:pt x="13043" y="665740"/>
                  </a:lnTo>
                  <a:lnTo>
                    <a:pt x="0" y="676274"/>
                  </a:lnTo>
                </a:path>
              </a:pathLst>
            </a:custGeom>
            <a:ln w="34488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4195" y="7868193"/>
              <a:ext cx="196186" cy="200606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977088" y="7389609"/>
              <a:ext cx="603885" cy="676275"/>
            </a:xfrm>
            <a:custGeom>
              <a:avLst/>
              <a:gdLst/>
              <a:ahLst/>
              <a:cxnLst/>
              <a:rect l="l" t="t" r="r" b="b"/>
              <a:pathLst>
                <a:path w="603885" h="676275">
                  <a:moveTo>
                    <a:pt x="230016" y="0"/>
                  </a:moveTo>
                  <a:lnTo>
                    <a:pt x="183440" y="22499"/>
                  </a:lnTo>
                  <a:lnTo>
                    <a:pt x="147186" y="36708"/>
                  </a:lnTo>
                  <a:lnTo>
                    <a:pt x="100170" y="50035"/>
                  </a:lnTo>
                  <a:lnTo>
                    <a:pt x="44692" y="59753"/>
                  </a:lnTo>
                  <a:lnTo>
                    <a:pt x="22904" y="62424"/>
                  </a:lnTo>
                  <a:lnTo>
                    <a:pt x="0" y="64842"/>
                  </a:lnTo>
                </a:path>
                <a:path w="603885" h="676275">
                  <a:moveTo>
                    <a:pt x="302251" y="676274"/>
                  </a:moveTo>
                  <a:lnTo>
                    <a:pt x="301857" y="0"/>
                  </a:lnTo>
                </a:path>
                <a:path w="603885" h="676275">
                  <a:moveTo>
                    <a:pt x="74350" y="495827"/>
                  </a:moveTo>
                  <a:lnTo>
                    <a:pt x="47773" y="444062"/>
                  </a:lnTo>
                  <a:lnTo>
                    <a:pt x="28882" y="392385"/>
                  </a:lnTo>
                  <a:lnTo>
                    <a:pt x="15962" y="340748"/>
                  </a:lnTo>
                  <a:lnTo>
                    <a:pt x="7294" y="289102"/>
                  </a:lnTo>
                </a:path>
                <a:path w="603885" h="676275">
                  <a:moveTo>
                    <a:pt x="603607" y="234983"/>
                  </a:moveTo>
                  <a:lnTo>
                    <a:pt x="598582" y="286682"/>
                  </a:lnTo>
                </a:path>
                <a:path w="603885" h="676275">
                  <a:moveTo>
                    <a:pt x="7294" y="289102"/>
                  </a:moveTo>
                  <a:lnTo>
                    <a:pt x="0" y="64842"/>
                  </a:lnTo>
                </a:path>
              </a:pathLst>
            </a:custGeom>
            <a:ln w="34488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1920875" y="7118522"/>
            <a:ext cx="6796405" cy="1565910"/>
          </a:xfrm>
          <a:prstGeom prst="rect">
            <a:avLst/>
          </a:prstGeom>
        </p:spPr>
        <p:txBody>
          <a:bodyPr wrap="square" lIns="0" tIns="24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dirty="0" sz="2600" b="1">
                <a:solidFill>
                  <a:srgbClr val="52586A"/>
                </a:solidFill>
                <a:latin typeface="Arial"/>
                <a:cs typeface="Arial"/>
              </a:rPr>
              <a:t>Input</a:t>
            </a:r>
            <a:r>
              <a:rPr dirty="0" sz="2600" spc="6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52586A"/>
                </a:solidFill>
                <a:latin typeface="Arial"/>
                <a:cs typeface="Arial"/>
              </a:rPr>
              <a:t>Validation</a:t>
            </a:r>
            <a:endParaRPr sz="2600">
              <a:latin typeface="Arial"/>
              <a:cs typeface="Arial"/>
            </a:endParaRPr>
          </a:p>
          <a:p>
            <a:pPr marL="12700" marR="5080">
              <a:lnSpc>
                <a:spcPct val="131100"/>
              </a:lnSpc>
              <a:spcBef>
                <a:spcPts val="690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Implement robust error handling to prevent data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corruption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and ensure system stability during user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interactions.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9319408" y="7373742"/>
            <a:ext cx="645160" cy="708025"/>
            <a:chOff x="9319408" y="7373742"/>
            <a:chExt cx="645160" cy="708025"/>
          </a:xfrm>
        </p:grpSpPr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17385" y="7820931"/>
              <a:ext cx="243913" cy="105083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9439853" y="7661320"/>
              <a:ext cx="508634" cy="405130"/>
            </a:xfrm>
            <a:custGeom>
              <a:avLst/>
              <a:gdLst/>
              <a:ahLst/>
              <a:cxnLst/>
              <a:rect l="l" t="t" r="r" b="b"/>
              <a:pathLst>
                <a:path w="508634" h="405129">
                  <a:moveTo>
                    <a:pt x="506417" y="0"/>
                  </a:moveTo>
                  <a:lnTo>
                    <a:pt x="467540" y="28720"/>
                  </a:lnTo>
                  <a:lnTo>
                    <a:pt x="430072" y="46260"/>
                  </a:lnTo>
                  <a:lnTo>
                    <a:pt x="384135" y="60011"/>
                  </a:lnTo>
                  <a:lnTo>
                    <a:pt x="346967" y="68523"/>
                  </a:lnTo>
                  <a:lnTo>
                    <a:pt x="303042" y="74283"/>
                  </a:lnTo>
                  <a:lnTo>
                    <a:pt x="250318" y="79257"/>
                  </a:lnTo>
                  <a:lnTo>
                    <a:pt x="232650" y="79965"/>
                  </a:lnTo>
                </a:path>
                <a:path w="508634" h="405129">
                  <a:moveTo>
                    <a:pt x="165644" y="79830"/>
                  </a:moveTo>
                  <a:lnTo>
                    <a:pt x="130021" y="76929"/>
                  </a:lnTo>
                  <a:lnTo>
                    <a:pt x="96858" y="73408"/>
                  </a:lnTo>
                  <a:lnTo>
                    <a:pt x="65597" y="69199"/>
                  </a:lnTo>
                  <a:lnTo>
                    <a:pt x="35679" y="64234"/>
                  </a:lnTo>
                  <a:lnTo>
                    <a:pt x="0" y="55052"/>
                  </a:lnTo>
                </a:path>
                <a:path w="508634" h="405129">
                  <a:moveTo>
                    <a:pt x="508234" y="304163"/>
                  </a:moveTo>
                  <a:lnTo>
                    <a:pt x="499338" y="342519"/>
                  </a:lnTo>
                  <a:lnTo>
                    <a:pt x="470609" y="369172"/>
                  </a:lnTo>
                  <a:lnTo>
                    <a:pt x="436622" y="387093"/>
                  </a:lnTo>
                  <a:lnTo>
                    <a:pt x="390450" y="402407"/>
                  </a:lnTo>
                  <a:lnTo>
                    <a:pt x="382553" y="404563"/>
                  </a:lnTo>
                </a:path>
              </a:pathLst>
            </a:custGeom>
            <a:ln w="31732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19642" y="7904944"/>
              <a:ext cx="156687" cy="162469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19679" y="7387781"/>
              <a:ext cx="145740" cy="149747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9472984" y="7389609"/>
              <a:ext cx="475615" cy="575945"/>
            </a:xfrm>
            <a:custGeom>
              <a:avLst/>
              <a:gdLst/>
              <a:ahLst/>
              <a:cxnLst/>
              <a:rect l="l" t="t" r="r" b="b"/>
              <a:pathLst>
                <a:path w="475615" h="575945">
                  <a:moveTo>
                    <a:pt x="359849" y="0"/>
                  </a:moveTo>
                  <a:lnTo>
                    <a:pt x="403405" y="13369"/>
                  </a:lnTo>
                  <a:lnTo>
                    <a:pt x="438589" y="30006"/>
                  </a:lnTo>
                  <a:lnTo>
                    <a:pt x="468678" y="59271"/>
                  </a:lnTo>
                  <a:lnTo>
                    <a:pt x="474916" y="118860"/>
                  </a:lnTo>
                  <a:lnTo>
                    <a:pt x="475025" y="148580"/>
                  </a:lnTo>
                </a:path>
                <a:path w="475615" h="575945">
                  <a:moveTo>
                    <a:pt x="475032" y="445344"/>
                  </a:moveTo>
                  <a:lnTo>
                    <a:pt x="475102" y="575875"/>
                  </a:lnTo>
                </a:path>
                <a:path w="475615" h="575945">
                  <a:moveTo>
                    <a:pt x="475008" y="270351"/>
                  </a:moveTo>
                  <a:lnTo>
                    <a:pt x="472447" y="447188"/>
                  </a:lnTo>
                </a:path>
                <a:path w="475615" h="575945">
                  <a:moveTo>
                    <a:pt x="474995" y="102547"/>
                  </a:moveTo>
                  <a:lnTo>
                    <a:pt x="445295" y="123895"/>
                  </a:lnTo>
                  <a:lnTo>
                    <a:pt x="413619" y="140888"/>
                  </a:lnTo>
                  <a:lnTo>
                    <a:pt x="379967" y="153524"/>
                  </a:lnTo>
                  <a:lnTo>
                    <a:pt x="344341" y="161803"/>
                  </a:lnTo>
                </a:path>
                <a:path w="475615" h="575945">
                  <a:moveTo>
                    <a:pt x="260267" y="520538"/>
                  </a:moveTo>
                  <a:lnTo>
                    <a:pt x="208218" y="523828"/>
                  </a:lnTo>
                  <a:lnTo>
                    <a:pt x="156165" y="524635"/>
                  </a:lnTo>
                  <a:lnTo>
                    <a:pt x="104110" y="522580"/>
                  </a:lnTo>
                  <a:lnTo>
                    <a:pt x="52055" y="517287"/>
                  </a:lnTo>
                  <a:lnTo>
                    <a:pt x="0" y="508378"/>
                  </a:lnTo>
                </a:path>
              </a:pathLst>
            </a:custGeom>
            <a:ln w="31732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19408" y="7817559"/>
              <a:ext cx="169563" cy="95485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9335507" y="7494940"/>
              <a:ext cx="612775" cy="426084"/>
            </a:xfrm>
            <a:custGeom>
              <a:avLst/>
              <a:gdLst/>
              <a:ahLst/>
              <a:cxnLst/>
              <a:rect l="l" t="t" r="r" b="b"/>
              <a:pathLst>
                <a:path w="612775" h="426084">
                  <a:moveTo>
                    <a:pt x="0" y="425870"/>
                  </a:moveTo>
                  <a:lnTo>
                    <a:pt x="36" y="26722"/>
                  </a:lnTo>
                </a:path>
                <a:path w="612775" h="426084">
                  <a:moveTo>
                    <a:pt x="336996" y="246345"/>
                  </a:moveTo>
                  <a:lnTo>
                    <a:pt x="269990" y="246210"/>
                  </a:lnTo>
                </a:path>
                <a:path w="612775" h="426084">
                  <a:moveTo>
                    <a:pt x="612501" y="43248"/>
                  </a:moveTo>
                  <a:lnTo>
                    <a:pt x="610763" y="166379"/>
                  </a:lnTo>
                </a:path>
                <a:path w="612775" h="426084">
                  <a:moveTo>
                    <a:pt x="104431" y="221088"/>
                  </a:moveTo>
                  <a:lnTo>
                    <a:pt x="75756" y="212024"/>
                  </a:lnTo>
                  <a:lnTo>
                    <a:pt x="48840" y="199683"/>
                  </a:lnTo>
                  <a:lnTo>
                    <a:pt x="23684" y="184063"/>
                  </a:lnTo>
                  <a:lnTo>
                    <a:pt x="288" y="165166"/>
                  </a:lnTo>
                </a:path>
                <a:path w="612775" h="426084">
                  <a:moveTo>
                    <a:pt x="481906" y="57009"/>
                  </a:moveTo>
                  <a:lnTo>
                    <a:pt x="432888" y="65811"/>
                  </a:lnTo>
                  <a:lnTo>
                    <a:pt x="383868" y="71870"/>
                  </a:lnTo>
                  <a:lnTo>
                    <a:pt x="334847" y="75138"/>
                  </a:lnTo>
                  <a:lnTo>
                    <a:pt x="285826" y="75566"/>
                  </a:lnTo>
                  <a:lnTo>
                    <a:pt x="236807" y="73106"/>
                  </a:lnTo>
                  <a:lnTo>
                    <a:pt x="187790" y="67712"/>
                  </a:lnTo>
                  <a:lnTo>
                    <a:pt x="138777" y="59333"/>
                  </a:lnTo>
                </a:path>
                <a:path w="612775" h="426084">
                  <a:moveTo>
                    <a:pt x="138872" y="58739"/>
                  </a:moveTo>
                  <a:lnTo>
                    <a:pt x="101455" y="50509"/>
                  </a:lnTo>
                  <a:lnTo>
                    <a:pt x="65861" y="37976"/>
                  </a:lnTo>
                  <a:lnTo>
                    <a:pt x="32089" y="21139"/>
                  </a:lnTo>
                  <a:lnTo>
                    <a:pt x="138" y="0"/>
                  </a:lnTo>
                </a:path>
              </a:pathLst>
            </a:custGeom>
            <a:ln w="31732">
              <a:solidFill>
                <a:srgbClr val="373B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10282634" y="7118522"/>
            <a:ext cx="6942455" cy="1565910"/>
          </a:xfrm>
          <a:prstGeom prst="rect">
            <a:avLst/>
          </a:prstGeom>
        </p:spPr>
        <p:txBody>
          <a:bodyPr wrap="square" lIns="0" tIns="24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dirty="0" sz="2600" b="1">
                <a:solidFill>
                  <a:srgbClr val="52586A"/>
                </a:solidFill>
                <a:latin typeface="Arial"/>
                <a:cs typeface="Arial"/>
              </a:rPr>
              <a:t>Data</a:t>
            </a:r>
            <a:r>
              <a:rPr dirty="0" sz="2600" spc="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52586A"/>
                </a:solidFill>
                <a:latin typeface="Arial"/>
                <a:cs typeface="Arial"/>
              </a:rPr>
              <a:t>Persistence</a:t>
            </a:r>
            <a:endParaRPr sz="2600">
              <a:latin typeface="Arial"/>
              <a:cs typeface="Arial"/>
            </a:endParaRPr>
          </a:p>
          <a:p>
            <a:pPr marL="12700" marR="5080">
              <a:lnSpc>
                <a:spcPct val="131100"/>
              </a:lnSpc>
              <a:spcBef>
                <a:spcPts val="690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Maintain student records and attendance history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throughout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the system session for continuous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tracking.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2707" rIns="0" bIns="0" rtlCol="0" vert="horz">
            <a:spAutoFit/>
          </a:bodyPr>
          <a:lstStyle/>
          <a:p>
            <a:pPr marL="252095">
              <a:lnSpc>
                <a:spcPct val="100000"/>
              </a:lnSpc>
              <a:spcBef>
                <a:spcPts val="135"/>
              </a:spcBef>
            </a:pPr>
            <a:r>
              <a:rPr dirty="0" sz="5400"/>
              <a:t>Object-Oriented</a:t>
            </a:r>
            <a:r>
              <a:rPr dirty="0" sz="5400" spc="10"/>
              <a:t> </a:t>
            </a:r>
            <a:r>
              <a:rPr dirty="0" sz="5400"/>
              <a:t>Programming</a:t>
            </a:r>
            <a:r>
              <a:rPr dirty="0" sz="5400" spc="10"/>
              <a:t> </a:t>
            </a:r>
            <a:r>
              <a:rPr dirty="0" sz="5400" spc="-10"/>
              <a:t>Concepts</a:t>
            </a:r>
            <a:endParaRPr sz="5400"/>
          </a:p>
        </p:txBody>
      </p:sp>
      <p:sp>
        <p:nvSpPr>
          <p:cNvPr id="3" name="object 3" descr=""/>
          <p:cNvSpPr txBox="1"/>
          <p:nvPr/>
        </p:nvSpPr>
        <p:spPr>
          <a:xfrm>
            <a:off x="965098" y="2175233"/>
            <a:ext cx="1089279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The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project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demonstrates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fundamental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OOP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principles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through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practical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implementation: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73035" y="2970608"/>
            <a:ext cx="8035290" cy="3128645"/>
            <a:chOff x="973035" y="2970608"/>
            <a:chExt cx="8035290" cy="3128645"/>
          </a:xfrm>
        </p:grpSpPr>
        <p:sp>
          <p:nvSpPr>
            <p:cNvPr id="5" name="object 5" descr=""/>
            <p:cNvSpPr/>
            <p:nvPr/>
          </p:nvSpPr>
          <p:spPr>
            <a:xfrm>
              <a:off x="977798" y="2975371"/>
              <a:ext cx="8028940" cy="3119120"/>
            </a:xfrm>
            <a:custGeom>
              <a:avLst/>
              <a:gdLst/>
              <a:ahLst/>
              <a:cxnLst/>
              <a:rect l="l" t="t" r="r" b="b"/>
              <a:pathLst>
                <a:path w="8028940" h="3119120">
                  <a:moveTo>
                    <a:pt x="7910988" y="3118961"/>
                  </a:moveTo>
                  <a:lnTo>
                    <a:pt x="117538" y="3118961"/>
                  </a:lnTo>
                  <a:lnTo>
                    <a:pt x="71808" y="3109747"/>
                  </a:lnTo>
                  <a:lnTo>
                    <a:pt x="34444" y="3084611"/>
                  </a:lnTo>
                  <a:lnTo>
                    <a:pt x="9243" y="3047313"/>
                  </a:lnTo>
                  <a:lnTo>
                    <a:pt x="0" y="3001613"/>
                  </a:lnTo>
                  <a:lnTo>
                    <a:pt x="0" y="117347"/>
                  </a:lnTo>
                  <a:lnTo>
                    <a:pt x="9243" y="71687"/>
                  </a:lnTo>
                  <a:lnTo>
                    <a:pt x="34444" y="34385"/>
                  </a:lnTo>
                  <a:lnTo>
                    <a:pt x="71808" y="9227"/>
                  </a:lnTo>
                  <a:lnTo>
                    <a:pt x="117538" y="0"/>
                  </a:lnTo>
                  <a:lnTo>
                    <a:pt x="7910988" y="0"/>
                  </a:lnTo>
                  <a:lnTo>
                    <a:pt x="7956759" y="9227"/>
                  </a:lnTo>
                  <a:lnTo>
                    <a:pt x="7994118" y="34385"/>
                  </a:lnTo>
                  <a:lnTo>
                    <a:pt x="8019296" y="71687"/>
                  </a:lnTo>
                  <a:lnTo>
                    <a:pt x="8028527" y="117347"/>
                  </a:lnTo>
                  <a:lnTo>
                    <a:pt x="8028527" y="3001613"/>
                  </a:lnTo>
                  <a:lnTo>
                    <a:pt x="8019256" y="3047313"/>
                  </a:lnTo>
                  <a:lnTo>
                    <a:pt x="7994029" y="3084611"/>
                  </a:lnTo>
                  <a:lnTo>
                    <a:pt x="7956652" y="3109747"/>
                  </a:lnTo>
                  <a:lnTo>
                    <a:pt x="7910988" y="3118961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73035" y="2970608"/>
              <a:ext cx="8035290" cy="3128645"/>
            </a:xfrm>
            <a:custGeom>
              <a:avLst/>
              <a:gdLst/>
              <a:ahLst/>
              <a:cxnLst/>
              <a:rect l="l" t="t" r="r" b="b"/>
              <a:pathLst>
                <a:path w="8035290" h="3128645">
                  <a:moveTo>
                    <a:pt x="122301" y="3118961"/>
                  </a:moveTo>
                  <a:lnTo>
                    <a:pt x="74807" y="3118961"/>
                  </a:lnTo>
                  <a:lnTo>
                    <a:pt x="35825" y="3092719"/>
                  </a:lnTo>
                  <a:lnTo>
                    <a:pt x="9612" y="3053905"/>
                  </a:lnTo>
                  <a:lnTo>
                    <a:pt x="0" y="3006375"/>
                  </a:lnTo>
                  <a:lnTo>
                    <a:pt x="0" y="122110"/>
                  </a:lnTo>
                  <a:lnTo>
                    <a:pt x="9612" y="74580"/>
                  </a:lnTo>
                  <a:lnTo>
                    <a:pt x="35825" y="35766"/>
                  </a:lnTo>
                  <a:lnTo>
                    <a:pt x="74701" y="9596"/>
                  </a:lnTo>
                  <a:lnTo>
                    <a:pt x="122301" y="0"/>
                  </a:lnTo>
                  <a:lnTo>
                    <a:pt x="7915751" y="0"/>
                  </a:lnTo>
                  <a:lnTo>
                    <a:pt x="7915751" y="4762"/>
                  </a:lnTo>
                  <a:lnTo>
                    <a:pt x="122301" y="4762"/>
                  </a:lnTo>
                  <a:lnTo>
                    <a:pt x="122301" y="9596"/>
                  </a:lnTo>
                  <a:lnTo>
                    <a:pt x="121946" y="9596"/>
                  </a:lnTo>
                  <a:lnTo>
                    <a:pt x="78399" y="18369"/>
                  </a:lnTo>
                  <a:lnTo>
                    <a:pt x="42552" y="42493"/>
                  </a:lnTo>
                  <a:lnTo>
                    <a:pt x="18386" y="78279"/>
                  </a:lnTo>
                  <a:lnTo>
                    <a:pt x="9525" y="122110"/>
                  </a:lnTo>
                  <a:lnTo>
                    <a:pt x="9525" y="3006375"/>
                  </a:lnTo>
                  <a:lnTo>
                    <a:pt x="18386" y="3050207"/>
                  </a:lnTo>
                  <a:lnTo>
                    <a:pt x="42552" y="3085992"/>
                  </a:lnTo>
                  <a:lnTo>
                    <a:pt x="78399" y="3110116"/>
                  </a:lnTo>
                  <a:lnTo>
                    <a:pt x="122301" y="3118961"/>
                  </a:lnTo>
                  <a:close/>
                </a:path>
                <a:path w="8035290" h="3128645">
                  <a:moveTo>
                    <a:pt x="7963245" y="3118961"/>
                  </a:moveTo>
                  <a:lnTo>
                    <a:pt x="7915751" y="3118961"/>
                  </a:lnTo>
                  <a:lnTo>
                    <a:pt x="7959652" y="3110116"/>
                  </a:lnTo>
                  <a:lnTo>
                    <a:pt x="7995499" y="3085992"/>
                  </a:lnTo>
                  <a:lnTo>
                    <a:pt x="8019666" y="3050207"/>
                  </a:lnTo>
                  <a:lnTo>
                    <a:pt x="8028527" y="3006375"/>
                  </a:lnTo>
                  <a:lnTo>
                    <a:pt x="8028527" y="122110"/>
                  </a:lnTo>
                  <a:lnTo>
                    <a:pt x="8019666" y="78279"/>
                  </a:lnTo>
                  <a:lnTo>
                    <a:pt x="7995499" y="42493"/>
                  </a:lnTo>
                  <a:lnTo>
                    <a:pt x="7959652" y="18369"/>
                  </a:lnTo>
                  <a:lnTo>
                    <a:pt x="7916105" y="9596"/>
                  </a:lnTo>
                  <a:lnTo>
                    <a:pt x="122301" y="9596"/>
                  </a:lnTo>
                  <a:lnTo>
                    <a:pt x="122301" y="4762"/>
                  </a:lnTo>
                  <a:lnTo>
                    <a:pt x="7915751" y="4762"/>
                  </a:lnTo>
                  <a:lnTo>
                    <a:pt x="7915751" y="0"/>
                  </a:lnTo>
                  <a:lnTo>
                    <a:pt x="7963350" y="9596"/>
                  </a:lnTo>
                  <a:lnTo>
                    <a:pt x="8002226" y="35766"/>
                  </a:lnTo>
                  <a:lnTo>
                    <a:pt x="8028439" y="74580"/>
                  </a:lnTo>
                  <a:lnTo>
                    <a:pt x="8035242" y="108220"/>
                  </a:lnTo>
                  <a:lnTo>
                    <a:pt x="8035242" y="3020266"/>
                  </a:lnTo>
                  <a:lnTo>
                    <a:pt x="8028439" y="3053905"/>
                  </a:lnTo>
                  <a:lnTo>
                    <a:pt x="8002226" y="3092719"/>
                  </a:lnTo>
                  <a:lnTo>
                    <a:pt x="7963245" y="3118961"/>
                  </a:lnTo>
                  <a:close/>
                </a:path>
                <a:path w="8035290" h="3128645">
                  <a:moveTo>
                    <a:pt x="122301" y="3128486"/>
                  </a:moveTo>
                  <a:lnTo>
                    <a:pt x="75054" y="3118961"/>
                  </a:lnTo>
                  <a:lnTo>
                    <a:pt x="7962997" y="3118961"/>
                  </a:lnTo>
                  <a:lnTo>
                    <a:pt x="7939375" y="3123723"/>
                  </a:lnTo>
                  <a:lnTo>
                    <a:pt x="122301" y="3123723"/>
                  </a:lnTo>
                  <a:lnTo>
                    <a:pt x="122301" y="3128486"/>
                  </a:lnTo>
                  <a:close/>
                </a:path>
                <a:path w="8035290" h="3128645">
                  <a:moveTo>
                    <a:pt x="7915751" y="3128486"/>
                  </a:moveTo>
                  <a:lnTo>
                    <a:pt x="122301" y="3128486"/>
                  </a:lnTo>
                  <a:lnTo>
                    <a:pt x="122301" y="3123723"/>
                  </a:lnTo>
                  <a:lnTo>
                    <a:pt x="7915751" y="3123723"/>
                  </a:lnTo>
                  <a:lnTo>
                    <a:pt x="7915751" y="3128486"/>
                  </a:lnTo>
                  <a:close/>
                </a:path>
                <a:path w="8035290" h="3128645">
                  <a:moveTo>
                    <a:pt x="7915751" y="3128486"/>
                  </a:moveTo>
                  <a:lnTo>
                    <a:pt x="7915751" y="3123723"/>
                  </a:lnTo>
                  <a:lnTo>
                    <a:pt x="7939375" y="3123723"/>
                  </a:lnTo>
                  <a:lnTo>
                    <a:pt x="7915751" y="3128486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53972" y="2997380"/>
            <a:ext cx="2988945" cy="1180465"/>
          </a:xfrm>
          <a:prstGeom prst="rect">
            <a:avLst/>
          </a:prstGeom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2650" spc="-10" b="1">
                <a:solidFill>
                  <a:srgbClr val="52586A"/>
                </a:solidFill>
                <a:latin typeface="Arial"/>
                <a:cs typeface="Arial"/>
              </a:rPr>
              <a:t>Abstraction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b="1">
                <a:solidFill>
                  <a:srgbClr val="52586A"/>
                </a:solidFill>
                <a:latin typeface="Arial"/>
                <a:cs typeface="Arial"/>
              </a:rPr>
              <a:t>Abstract</a:t>
            </a:r>
            <a:r>
              <a:rPr dirty="0" sz="2150" spc="5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52586A"/>
                </a:solidFill>
                <a:latin typeface="Arial"/>
                <a:cs typeface="Arial"/>
              </a:rPr>
              <a:t>Person</a:t>
            </a:r>
            <a:r>
              <a:rPr dirty="0" sz="2150" spc="7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150" spc="-20" b="1">
                <a:solidFill>
                  <a:srgbClr val="52586A"/>
                </a:solidFill>
                <a:latin typeface="Arial"/>
                <a:cs typeface="Arial"/>
              </a:rPr>
              <a:t>Class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53972" y="4332427"/>
            <a:ext cx="7049770" cy="882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0800"/>
              </a:lnSpc>
              <a:spcBef>
                <a:spcPts val="90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Defines</a:t>
            </a:r>
            <a:r>
              <a:rPr dirty="0" sz="2150" spc="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common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attributes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(id,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name)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methods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while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hiding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internal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implementation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details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from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external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code.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9276759" y="2970608"/>
            <a:ext cx="8035290" cy="3128645"/>
            <a:chOff x="9276759" y="2970608"/>
            <a:chExt cx="8035290" cy="3128645"/>
          </a:xfrm>
        </p:grpSpPr>
        <p:sp>
          <p:nvSpPr>
            <p:cNvPr id="10" name="object 10" descr=""/>
            <p:cNvSpPr/>
            <p:nvPr/>
          </p:nvSpPr>
          <p:spPr>
            <a:xfrm>
              <a:off x="9281522" y="2975371"/>
              <a:ext cx="8028940" cy="3119120"/>
            </a:xfrm>
            <a:custGeom>
              <a:avLst/>
              <a:gdLst/>
              <a:ahLst/>
              <a:cxnLst/>
              <a:rect l="l" t="t" r="r" b="b"/>
              <a:pathLst>
                <a:path w="8028940" h="3119120">
                  <a:moveTo>
                    <a:pt x="7911083" y="3118961"/>
                  </a:moveTo>
                  <a:lnTo>
                    <a:pt x="117538" y="3118961"/>
                  </a:lnTo>
                  <a:lnTo>
                    <a:pt x="71808" y="3109747"/>
                  </a:lnTo>
                  <a:lnTo>
                    <a:pt x="34444" y="3084611"/>
                  </a:lnTo>
                  <a:lnTo>
                    <a:pt x="9243" y="3047313"/>
                  </a:lnTo>
                  <a:lnTo>
                    <a:pt x="0" y="3001613"/>
                  </a:lnTo>
                  <a:lnTo>
                    <a:pt x="0" y="117347"/>
                  </a:lnTo>
                  <a:lnTo>
                    <a:pt x="9243" y="71687"/>
                  </a:lnTo>
                  <a:lnTo>
                    <a:pt x="34444" y="34385"/>
                  </a:lnTo>
                  <a:lnTo>
                    <a:pt x="71808" y="9227"/>
                  </a:lnTo>
                  <a:lnTo>
                    <a:pt x="117538" y="0"/>
                  </a:lnTo>
                  <a:lnTo>
                    <a:pt x="7911083" y="0"/>
                  </a:lnTo>
                  <a:lnTo>
                    <a:pt x="7956854" y="9227"/>
                  </a:lnTo>
                  <a:lnTo>
                    <a:pt x="7994213" y="34385"/>
                  </a:lnTo>
                  <a:lnTo>
                    <a:pt x="8019391" y="71687"/>
                  </a:lnTo>
                  <a:lnTo>
                    <a:pt x="8028622" y="117347"/>
                  </a:lnTo>
                  <a:lnTo>
                    <a:pt x="8028622" y="3001613"/>
                  </a:lnTo>
                  <a:lnTo>
                    <a:pt x="8019351" y="3047313"/>
                  </a:lnTo>
                  <a:lnTo>
                    <a:pt x="7994124" y="3084611"/>
                  </a:lnTo>
                  <a:lnTo>
                    <a:pt x="7956747" y="3109747"/>
                  </a:lnTo>
                  <a:lnTo>
                    <a:pt x="7911083" y="3118961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276759" y="2970608"/>
              <a:ext cx="8035290" cy="3128645"/>
            </a:xfrm>
            <a:custGeom>
              <a:avLst/>
              <a:gdLst/>
              <a:ahLst/>
              <a:cxnLst/>
              <a:rect l="l" t="t" r="r" b="b"/>
              <a:pathLst>
                <a:path w="8035290" h="3128645">
                  <a:moveTo>
                    <a:pt x="122301" y="3118961"/>
                  </a:moveTo>
                  <a:lnTo>
                    <a:pt x="74807" y="3118961"/>
                  </a:lnTo>
                  <a:lnTo>
                    <a:pt x="35826" y="3092719"/>
                  </a:lnTo>
                  <a:lnTo>
                    <a:pt x="9613" y="3053905"/>
                  </a:lnTo>
                  <a:lnTo>
                    <a:pt x="0" y="3006375"/>
                  </a:lnTo>
                  <a:lnTo>
                    <a:pt x="0" y="122110"/>
                  </a:lnTo>
                  <a:lnTo>
                    <a:pt x="9613" y="74580"/>
                  </a:lnTo>
                  <a:lnTo>
                    <a:pt x="35826" y="35766"/>
                  </a:lnTo>
                  <a:lnTo>
                    <a:pt x="74701" y="9596"/>
                  </a:lnTo>
                  <a:lnTo>
                    <a:pt x="122301" y="0"/>
                  </a:lnTo>
                  <a:lnTo>
                    <a:pt x="7915846" y="0"/>
                  </a:lnTo>
                  <a:lnTo>
                    <a:pt x="7915846" y="4762"/>
                  </a:lnTo>
                  <a:lnTo>
                    <a:pt x="122301" y="4762"/>
                  </a:lnTo>
                  <a:lnTo>
                    <a:pt x="122301" y="9596"/>
                  </a:lnTo>
                  <a:lnTo>
                    <a:pt x="121946" y="9596"/>
                  </a:lnTo>
                  <a:lnTo>
                    <a:pt x="78400" y="18369"/>
                  </a:lnTo>
                  <a:lnTo>
                    <a:pt x="42553" y="42493"/>
                  </a:lnTo>
                  <a:lnTo>
                    <a:pt x="18386" y="78279"/>
                  </a:lnTo>
                  <a:lnTo>
                    <a:pt x="9525" y="122110"/>
                  </a:lnTo>
                  <a:lnTo>
                    <a:pt x="9525" y="3006375"/>
                  </a:lnTo>
                  <a:lnTo>
                    <a:pt x="18386" y="3050207"/>
                  </a:lnTo>
                  <a:lnTo>
                    <a:pt x="42553" y="3085992"/>
                  </a:lnTo>
                  <a:lnTo>
                    <a:pt x="78400" y="3110116"/>
                  </a:lnTo>
                  <a:lnTo>
                    <a:pt x="122301" y="3118961"/>
                  </a:lnTo>
                  <a:close/>
                </a:path>
                <a:path w="8035290" h="3128645">
                  <a:moveTo>
                    <a:pt x="7963340" y="3118961"/>
                  </a:moveTo>
                  <a:lnTo>
                    <a:pt x="7915846" y="3118961"/>
                  </a:lnTo>
                  <a:lnTo>
                    <a:pt x="7959747" y="3110116"/>
                  </a:lnTo>
                  <a:lnTo>
                    <a:pt x="7995594" y="3085992"/>
                  </a:lnTo>
                  <a:lnTo>
                    <a:pt x="8019761" y="3050207"/>
                  </a:lnTo>
                  <a:lnTo>
                    <a:pt x="8028622" y="3006375"/>
                  </a:lnTo>
                  <a:lnTo>
                    <a:pt x="8028622" y="122110"/>
                  </a:lnTo>
                  <a:lnTo>
                    <a:pt x="8019761" y="78279"/>
                  </a:lnTo>
                  <a:lnTo>
                    <a:pt x="7995594" y="42493"/>
                  </a:lnTo>
                  <a:lnTo>
                    <a:pt x="7959747" y="18369"/>
                  </a:lnTo>
                  <a:lnTo>
                    <a:pt x="7916201" y="9596"/>
                  </a:lnTo>
                  <a:lnTo>
                    <a:pt x="122301" y="9596"/>
                  </a:lnTo>
                  <a:lnTo>
                    <a:pt x="122301" y="4762"/>
                  </a:lnTo>
                  <a:lnTo>
                    <a:pt x="7915846" y="4762"/>
                  </a:lnTo>
                  <a:lnTo>
                    <a:pt x="7915846" y="0"/>
                  </a:lnTo>
                  <a:lnTo>
                    <a:pt x="7963446" y="9596"/>
                  </a:lnTo>
                  <a:lnTo>
                    <a:pt x="8002321" y="35766"/>
                  </a:lnTo>
                  <a:lnTo>
                    <a:pt x="8028534" y="74580"/>
                  </a:lnTo>
                  <a:lnTo>
                    <a:pt x="8035242" y="107748"/>
                  </a:lnTo>
                  <a:lnTo>
                    <a:pt x="8035242" y="3020737"/>
                  </a:lnTo>
                  <a:lnTo>
                    <a:pt x="8028534" y="3053905"/>
                  </a:lnTo>
                  <a:lnTo>
                    <a:pt x="8002321" y="3092719"/>
                  </a:lnTo>
                  <a:lnTo>
                    <a:pt x="7963340" y="3118961"/>
                  </a:lnTo>
                  <a:close/>
                </a:path>
                <a:path w="8035290" h="3128645">
                  <a:moveTo>
                    <a:pt x="122301" y="3128486"/>
                  </a:moveTo>
                  <a:lnTo>
                    <a:pt x="75054" y="3118961"/>
                  </a:lnTo>
                  <a:lnTo>
                    <a:pt x="7963093" y="3118961"/>
                  </a:lnTo>
                  <a:lnTo>
                    <a:pt x="7939470" y="3123723"/>
                  </a:lnTo>
                  <a:lnTo>
                    <a:pt x="122301" y="3123723"/>
                  </a:lnTo>
                  <a:lnTo>
                    <a:pt x="122301" y="3128486"/>
                  </a:lnTo>
                  <a:close/>
                </a:path>
                <a:path w="8035290" h="3128645">
                  <a:moveTo>
                    <a:pt x="7915846" y="3128486"/>
                  </a:moveTo>
                  <a:lnTo>
                    <a:pt x="122301" y="3128486"/>
                  </a:lnTo>
                  <a:lnTo>
                    <a:pt x="122301" y="3123723"/>
                  </a:lnTo>
                  <a:lnTo>
                    <a:pt x="7915846" y="3123723"/>
                  </a:lnTo>
                  <a:lnTo>
                    <a:pt x="7915846" y="3128486"/>
                  </a:lnTo>
                  <a:close/>
                </a:path>
                <a:path w="8035290" h="3128645">
                  <a:moveTo>
                    <a:pt x="7915846" y="3128486"/>
                  </a:moveTo>
                  <a:lnTo>
                    <a:pt x="7915846" y="3123723"/>
                  </a:lnTo>
                  <a:lnTo>
                    <a:pt x="7939470" y="3123723"/>
                  </a:lnTo>
                  <a:lnTo>
                    <a:pt x="7915846" y="3128486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9557695" y="2997380"/>
            <a:ext cx="3204845" cy="1180465"/>
          </a:xfrm>
          <a:prstGeom prst="rect">
            <a:avLst/>
          </a:prstGeom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2650" spc="-10" b="1">
                <a:solidFill>
                  <a:srgbClr val="52586A"/>
                </a:solidFill>
                <a:latin typeface="Arial"/>
                <a:cs typeface="Arial"/>
              </a:rPr>
              <a:t>Inheritance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b="1">
                <a:solidFill>
                  <a:srgbClr val="52586A"/>
                </a:solidFill>
                <a:latin typeface="Arial"/>
                <a:cs typeface="Arial"/>
              </a:rPr>
              <a:t>Student</a:t>
            </a:r>
            <a:r>
              <a:rPr dirty="0" sz="2150" spc="6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150" b="1">
                <a:solidFill>
                  <a:srgbClr val="52586A"/>
                </a:solidFill>
                <a:latin typeface="Arial"/>
                <a:cs typeface="Arial"/>
              </a:rPr>
              <a:t>extends</a:t>
            </a:r>
            <a:r>
              <a:rPr dirty="0" sz="2150" spc="7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52586A"/>
                </a:solidFill>
                <a:latin typeface="Arial"/>
                <a:cs typeface="Arial"/>
              </a:rPr>
              <a:t>Person</a:t>
            </a:r>
            <a:endParaRPr sz="21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557695" y="4332427"/>
            <a:ext cx="7172959" cy="1311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0800"/>
              </a:lnSpc>
              <a:spcBef>
                <a:spcPts val="90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Student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class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inherits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Person's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properties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while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adding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attendance-specific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attributes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methods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for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specialized functionality.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73035" y="6364785"/>
            <a:ext cx="8035290" cy="3128645"/>
            <a:chOff x="973035" y="6364785"/>
            <a:chExt cx="8035290" cy="3128645"/>
          </a:xfrm>
        </p:grpSpPr>
        <p:sp>
          <p:nvSpPr>
            <p:cNvPr id="15" name="object 15" descr=""/>
            <p:cNvSpPr/>
            <p:nvPr/>
          </p:nvSpPr>
          <p:spPr>
            <a:xfrm>
              <a:off x="977798" y="6369548"/>
              <a:ext cx="8028940" cy="3119120"/>
            </a:xfrm>
            <a:custGeom>
              <a:avLst/>
              <a:gdLst/>
              <a:ahLst/>
              <a:cxnLst/>
              <a:rect l="l" t="t" r="r" b="b"/>
              <a:pathLst>
                <a:path w="8028940" h="3119120">
                  <a:moveTo>
                    <a:pt x="7910988" y="3118961"/>
                  </a:moveTo>
                  <a:lnTo>
                    <a:pt x="117538" y="3118961"/>
                  </a:lnTo>
                  <a:lnTo>
                    <a:pt x="71808" y="3109747"/>
                  </a:lnTo>
                  <a:lnTo>
                    <a:pt x="34444" y="3084611"/>
                  </a:lnTo>
                  <a:lnTo>
                    <a:pt x="9243" y="3047313"/>
                  </a:lnTo>
                  <a:lnTo>
                    <a:pt x="0" y="3001613"/>
                  </a:lnTo>
                  <a:lnTo>
                    <a:pt x="0" y="117347"/>
                  </a:lnTo>
                  <a:lnTo>
                    <a:pt x="9243" y="71687"/>
                  </a:lnTo>
                  <a:lnTo>
                    <a:pt x="34444" y="34385"/>
                  </a:lnTo>
                  <a:lnTo>
                    <a:pt x="71808" y="9227"/>
                  </a:lnTo>
                  <a:lnTo>
                    <a:pt x="117538" y="0"/>
                  </a:lnTo>
                  <a:lnTo>
                    <a:pt x="7910988" y="0"/>
                  </a:lnTo>
                  <a:lnTo>
                    <a:pt x="7956759" y="9227"/>
                  </a:lnTo>
                  <a:lnTo>
                    <a:pt x="7994118" y="34385"/>
                  </a:lnTo>
                  <a:lnTo>
                    <a:pt x="8019296" y="71687"/>
                  </a:lnTo>
                  <a:lnTo>
                    <a:pt x="8028527" y="117347"/>
                  </a:lnTo>
                  <a:lnTo>
                    <a:pt x="8028527" y="3001613"/>
                  </a:lnTo>
                  <a:lnTo>
                    <a:pt x="8019256" y="3047313"/>
                  </a:lnTo>
                  <a:lnTo>
                    <a:pt x="7994029" y="3084611"/>
                  </a:lnTo>
                  <a:lnTo>
                    <a:pt x="7956652" y="3109747"/>
                  </a:lnTo>
                  <a:lnTo>
                    <a:pt x="7910988" y="3118961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73035" y="6364785"/>
              <a:ext cx="8035290" cy="3128645"/>
            </a:xfrm>
            <a:custGeom>
              <a:avLst/>
              <a:gdLst/>
              <a:ahLst/>
              <a:cxnLst/>
              <a:rect l="l" t="t" r="r" b="b"/>
              <a:pathLst>
                <a:path w="8035290" h="3128645">
                  <a:moveTo>
                    <a:pt x="122301" y="3118961"/>
                  </a:moveTo>
                  <a:lnTo>
                    <a:pt x="74806" y="3118961"/>
                  </a:lnTo>
                  <a:lnTo>
                    <a:pt x="35825" y="3092720"/>
                  </a:lnTo>
                  <a:lnTo>
                    <a:pt x="9612" y="3053905"/>
                  </a:lnTo>
                  <a:lnTo>
                    <a:pt x="0" y="3006375"/>
                  </a:lnTo>
                  <a:lnTo>
                    <a:pt x="0" y="122110"/>
                  </a:lnTo>
                  <a:lnTo>
                    <a:pt x="9612" y="74580"/>
                  </a:lnTo>
                  <a:lnTo>
                    <a:pt x="35825" y="35766"/>
                  </a:lnTo>
                  <a:lnTo>
                    <a:pt x="74701" y="9596"/>
                  </a:lnTo>
                  <a:lnTo>
                    <a:pt x="122301" y="0"/>
                  </a:lnTo>
                  <a:lnTo>
                    <a:pt x="7915751" y="0"/>
                  </a:lnTo>
                  <a:lnTo>
                    <a:pt x="7915751" y="4762"/>
                  </a:lnTo>
                  <a:lnTo>
                    <a:pt x="122301" y="4762"/>
                  </a:lnTo>
                  <a:lnTo>
                    <a:pt x="122301" y="9596"/>
                  </a:lnTo>
                  <a:lnTo>
                    <a:pt x="121946" y="9596"/>
                  </a:lnTo>
                  <a:lnTo>
                    <a:pt x="78399" y="18369"/>
                  </a:lnTo>
                  <a:lnTo>
                    <a:pt x="42552" y="42493"/>
                  </a:lnTo>
                  <a:lnTo>
                    <a:pt x="18386" y="78279"/>
                  </a:lnTo>
                  <a:lnTo>
                    <a:pt x="9525" y="122110"/>
                  </a:lnTo>
                  <a:lnTo>
                    <a:pt x="9525" y="3006375"/>
                  </a:lnTo>
                  <a:lnTo>
                    <a:pt x="18386" y="3050207"/>
                  </a:lnTo>
                  <a:lnTo>
                    <a:pt x="42552" y="3085992"/>
                  </a:lnTo>
                  <a:lnTo>
                    <a:pt x="78399" y="3110116"/>
                  </a:lnTo>
                  <a:lnTo>
                    <a:pt x="122301" y="3118961"/>
                  </a:lnTo>
                  <a:close/>
                </a:path>
                <a:path w="8035290" h="3128645">
                  <a:moveTo>
                    <a:pt x="7963245" y="3118961"/>
                  </a:moveTo>
                  <a:lnTo>
                    <a:pt x="7915751" y="3118961"/>
                  </a:lnTo>
                  <a:lnTo>
                    <a:pt x="7959652" y="3110116"/>
                  </a:lnTo>
                  <a:lnTo>
                    <a:pt x="7995499" y="3085992"/>
                  </a:lnTo>
                  <a:lnTo>
                    <a:pt x="8019666" y="3050207"/>
                  </a:lnTo>
                  <a:lnTo>
                    <a:pt x="8028527" y="3006375"/>
                  </a:lnTo>
                  <a:lnTo>
                    <a:pt x="8028527" y="122110"/>
                  </a:lnTo>
                  <a:lnTo>
                    <a:pt x="8019666" y="78279"/>
                  </a:lnTo>
                  <a:lnTo>
                    <a:pt x="7995499" y="42493"/>
                  </a:lnTo>
                  <a:lnTo>
                    <a:pt x="7959652" y="18369"/>
                  </a:lnTo>
                  <a:lnTo>
                    <a:pt x="7916105" y="9596"/>
                  </a:lnTo>
                  <a:lnTo>
                    <a:pt x="122301" y="9596"/>
                  </a:lnTo>
                  <a:lnTo>
                    <a:pt x="122301" y="4762"/>
                  </a:lnTo>
                  <a:lnTo>
                    <a:pt x="7915751" y="4762"/>
                  </a:lnTo>
                  <a:lnTo>
                    <a:pt x="7915751" y="0"/>
                  </a:lnTo>
                  <a:lnTo>
                    <a:pt x="7963350" y="9596"/>
                  </a:lnTo>
                  <a:lnTo>
                    <a:pt x="8002226" y="35766"/>
                  </a:lnTo>
                  <a:lnTo>
                    <a:pt x="8028439" y="74580"/>
                  </a:lnTo>
                  <a:lnTo>
                    <a:pt x="8035242" y="108220"/>
                  </a:lnTo>
                  <a:lnTo>
                    <a:pt x="8035242" y="3020266"/>
                  </a:lnTo>
                  <a:lnTo>
                    <a:pt x="8028439" y="3053905"/>
                  </a:lnTo>
                  <a:lnTo>
                    <a:pt x="8002226" y="3092720"/>
                  </a:lnTo>
                  <a:lnTo>
                    <a:pt x="7963245" y="3118961"/>
                  </a:lnTo>
                  <a:close/>
                </a:path>
                <a:path w="8035290" h="3128645">
                  <a:moveTo>
                    <a:pt x="122301" y="3128486"/>
                  </a:moveTo>
                  <a:lnTo>
                    <a:pt x="75053" y="3118961"/>
                  </a:lnTo>
                  <a:lnTo>
                    <a:pt x="7962999" y="3118961"/>
                  </a:lnTo>
                  <a:lnTo>
                    <a:pt x="7939376" y="3123723"/>
                  </a:lnTo>
                  <a:lnTo>
                    <a:pt x="122301" y="3123723"/>
                  </a:lnTo>
                  <a:lnTo>
                    <a:pt x="122301" y="3128486"/>
                  </a:lnTo>
                  <a:close/>
                </a:path>
                <a:path w="8035290" h="3128645">
                  <a:moveTo>
                    <a:pt x="7915751" y="3128486"/>
                  </a:moveTo>
                  <a:lnTo>
                    <a:pt x="122301" y="3128486"/>
                  </a:lnTo>
                  <a:lnTo>
                    <a:pt x="122301" y="3123723"/>
                  </a:lnTo>
                  <a:lnTo>
                    <a:pt x="7915751" y="3123723"/>
                  </a:lnTo>
                  <a:lnTo>
                    <a:pt x="7915751" y="3128486"/>
                  </a:lnTo>
                  <a:close/>
                </a:path>
                <a:path w="8035290" h="3128645">
                  <a:moveTo>
                    <a:pt x="7915751" y="3128486"/>
                  </a:moveTo>
                  <a:lnTo>
                    <a:pt x="7915751" y="3123723"/>
                  </a:lnTo>
                  <a:lnTo>
                    <a:pt x="7939376" y="3123723"/>
                  </a:lnTo>
                  <a:lnTo>
                    <a:pt x="7915751" y="3128486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253972" y="6391558"/>
            <a:ext cx="2395855" cy="1180465"/>
          </a:xfrm>
          <a:prstGeom prst="rect">
            <a:avLst/>
          </a:prstGeom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2650" spc="-10" b="1">
                <a:solidFill>
                  <a:srgbClr val="52586A"/>
                </a:solidFill>
                <a:latin typeface="Arial"/>
                <a:cs typeface="Arial"/>
              </a:rPr>
              <a:t>Polymorphism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b="1">
                <a:solidFill>
                  <a:srgbClr val="52586A"/>
                </a:solidFill>
                <a:latin typeface="Arial"/>
                <a:cs typeface="Arial"/>
              </a:rPr>
              <a:t>Method</a:t>
            </a:r>
            <a:r>
              <a:rPr dirty="0" sz="2150" spc="6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52586A"/>
                </a:solidFill>
                <a:latin typeface="Arial"/>
                <a:cs typeface="Arial"/>
              </a:rPr>
              <a:t>Override</a:t>
            </a:r>
            <a:endParaRPr sz="21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53972" y="7726594"/>
            <a:ext cx="7126605" cy="882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0800"/>
              </a:lnSpc>
              <a:spcBef>
                <a:spcPts val="90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displayInfo()</a:t>
            </a:r>
            <a:r>
              <a:rPr dirty="0" sz="2150" spc="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method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is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overridden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in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Student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class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25">
                <a:solidFill>
                  <a:srgbClr val="52586A"/>
                </a:solidFill>
                <a:latin typeface="Arial MT"/>
                <a:cs typeface="Arial MT"/>
              </a:rPr>
              <a:t>to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provide</a:t>
            </a:r>
            <a:r>
              <a:rPr dirty="0" sz="2150" spc="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customized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output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format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specific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to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student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data.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9276759" y="6364785"/>
            <a:ext cx="8035290" cy="3128645"/>
            <a:chOff x="9276759" y="6364785"/>
            <a:chExt cx="8035290" cy="3128645"/>
          </a:xfrm>
        </p:grpSpPr>
        <p:sp>
          <p:nvSpPr>
            <p:cNvPr id="20" name="object 20" descr=""/>
            <p:cNvSpPr/>
            <p:nvPr/>
          </p:nvSpPr>
          <p:spPr>
            <a:xfrm>
              <a:off x="9281522" y="6369548"/>
              <a:ext cx="8028940" cy="3119120"/>
            </a:xfrm>
            <a:custGeom>
              <a:avLst/>
              <a:gdLst/>
              <a:ahLst/>
              <a:cxnLst/>
              <a:rect l="l" t="t" r="r" b="b"/>
              <a:pathLst>
                <a:path w="8028940" h="3119120">
                  <a:moveTo>
                    <a:pt x="7911083" y="3118961"/>
                  </a:moveTo>
                  <a:lnTo>
                    <a:pt x="117538" y="3118961"/>
                  </a:lnTo>
                  <a:lnTo>
                    <a:pt x="71808" y="3109747"/>
                  </a:lnTo>
                  <a:lnTo>
                    <a:pt x="34444" y="3084611"/>
                  </a:lnTo>
                  <a:lnTo>
                    <a:pt x="9243" y="3047313"/>
                  </a:lnTo>
                  <a:lnTo>
                    <a:pt x="0" y="3001613"/>
                  </a:lnTo>
                  <a:lnTo>
                    <a:pt x="0" y="117347"/>
                  </a:lnTo>
                  <a:lnTo>
                    <a:pt x="9243" y="71687"/>
                  </a:lnTo>
                  <a:lnTo>
                    <a:pt x="34444" y="34385"/>
                  </a:lnTo>
                  <a:lnTo>
                    <a:pt x="71808" y="9227"/>
                  </a:lnTo>
                  <a:lnTo>
                    <a:pt x="117538" y="0"/>
                  </a:lnTo>
                  <a:lnTo>
                    <a:pt x="7911083" y="0"/>
                  </a:lnTo>
                  <a:lnTo>
                    <a:pt x="7956854" y="9227"/>
                  </a:lnTo>
                  <a:lnTo>
                    <a:pt x="7994213" y="34385"/>
                  </a:lnTo>
                  <a:lnTo>
                    <a:pt x="8019391" y="71687"/>
                  </a:lnTo>
                  <a:lnTo>
                    <a:pt x="8028622" y="117347"/>
                  </a:lnTo>
                  <a:lnTo>
                    <a:pt x="8028622" y="3001613"/>
                  </a:lnTo>
                  <a:lnTo>
                    <a:pt x="8019351" y="3047313"/>
                  </a:lnTo>
                  <a:lnTo>
                    <a:pt x="7994124" y="3084611"/>
                  </a:lnTo>
                  <a:lnTo>
                    <a:pt x="7956747" y="3109747"/>
                  </a:lnTo>
                  <a:lnTo>
                    <a:pt x="7911083" y="3118961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276759" y="6364785"/>
              <a:ext cx="8035290" cy="3128645"/>
            </a:xfrm>
            <a:custGeom>
              <a:avLst/>
              <a:gdLst/>
              <a:ahLst/>
              <a:cxnLst/>
              <a:rect l="l" t="t" r="r" b="b"/>
              <a:pathLst>
                <a:path w="8035290" h="3128645">
                  <a:moveTo>
                    <a:pt x="122301" y="3118961"/>
                  </a:moveTo>
                  <a:lnTo>
                    <a:pt x="74806" y="3118961"/>
                  </a:lnTo>
                  <a:lnTo>
                    <a:pt x="35826" y="3092720"/>
                  </a:lnTo>
                  <a:lnTo>
                    <a:pt x="9613" y="3053905"/>
                  </a:lnTo>
                  <a:lnTo>
                    <a:pt x="0" y="3006375"/>
                  </a:lnTo>
                  <a:lnTo>
                    <a:pt x="0" y="122110"/>
                  </a:lnTo>
                  <a:lnTo>
                    <a:pt x="9613" y="74580"/>
                  </a:lnTo>
                  <a:lnTo>
                    <a:pt x="35826" y="35766"/>
                  </a:lnTo>
                  <a:lnTo>
                    <a:pt x="74701" y="9596"/>
                  </a:lnTo>
                  <a:lnTo>
                    <a:pt x="122301" y="0"/>
                  </a:lnTo>
                  <a:lnTo>
                    <a:pt x="7915846" y="0"/>
                  </a:lnTo>
                  <a:lnTo>
                    <a:pt x="7915846" y="4762"/>
                  </a:lnTo>
                  <a:lnTo>
                    <a:pt x="122301" y="4762"/>
                  </a:lnTo>
                  <a:lnTo>
                    <a:pt x="122301" y="9596"/>
                  </a:lnTo>
                  <a:lnTo>
                    <a:pt x="121946" y="9596"/>
                  </a:lnTo>
                  <a:lnTo>
                    <a:pt x="78400" y="18369"/>
                  </a:lnTo>
                  <a:lnTo>
                    <a:pt x="42553" y="42493"/>
                  </a:lnTo>
                  <a:lnTo>
                    <a:pt x="18386" y="78279"/>
                  </a:lnTo>
                  <a:lnTo>
                    <a:pt x="9525" y="122110"/>
                  </a:lnTo>
                  <a:lnTo>
                    <a:pt x="9525" y="3006375"/>
                  </a:lnTo>
                  <a:lnTo>
                    <a:pt x="18386" y="3050207"/>
                  </a:lnTo>
                  <a:lnTo>
                    <a:pt x="42553" y="3085992"/>
                  </a:lnTo>
                  <a:lnTo>
                    <a:pt x="78400" y="3110116"/>
                  </a:lnTo>
                  <a:lnTo>
                    <a:pt x="122301" y="3118961"/>
                  </a:lnTo>
                  <a:close/>
                </a:path>
                <a:path w="8035290" h="3128645">
                  <a:moveTo>
                    <a:pt x="7963340" y="3118961"/>
                  </a:moveTo>
                  <a:lnTo>
                    <a:pt x="7915846" y="3118961"/>
                  </a:lnTo>
                  <a:lnTo>
                    <a:pt x="7959747" y="3110116"/>
                  </a:lnTo>
                  <a:lnTo>
                    <a:pt x="7995594" y="3085992"/>
                  </a:lnTo>
                  <a:lnTo>
                    <a:pt x="8019761" y="3050207"/>
                  </a:lnTo>
                  <a:lnTo>
                    <a:pt x="8028622" y="3006375"/>
                  </a:lnTo>
                  <a:lnTo>
                    <a:pt x="8028622" y="122110"/>
                  </a:lnTo>
                  <a:lnTo>
                    <a:pt x="8019761" y="78279"/>
                  </a:lnTo>
                  <a:lnTo>
                    <a:pt x="7995594" y="42493"/>
                  </a:lnTo>
                  <a:lnTo>
                    <a:pt x="7959747" y="18369"/>
                  </a:lnTo>
                  <a:lnTo>
                    <a:pt x="7916201" y="9596"/>
                  </a:lnTo>
                  <a:lnTo>
                    <a:pt x="122301" y="9596"/>
                  </a:lnTo>
                  <a:lnTo>
                    <a:pt x="122301" y="4762"/>
                  </a:lnTo>
                  <a:lnTo>
                    <a:pt x="7915846" y="4762"/>
                  </a:lnTo>
                  <a:lnTo>
                    <a:pt x="7915846" y="0"/>
                  </a:lnTo>
                  <a:lnTo>
                    <a:pt x="7963446" y="9596"/>
                  </a:lnTo>
                  <a:lnTo>
                    <a:pt x="8002321" y="35766"/>
                  </a:lnTo>
                  <a:lnTo>
                    <a:pt x="8028534" y="74580"/>
                  </a:lnTo>
                  <a:lnTo>
                    <a:pt x="8035242" y="107748"/>
                  </a:lnTo>
                  <a:lnTo>
                    <a:pt x="8035242" y="3020737"/>
                  </a:lnTo>
                  <a:lnTo>
                    <a:pt x="8028534" y="3053905"/>
                  </a:lnTo>
                  <a:lnTo>
                    <a:pt x="8002321" y="3092720"/>
                  </a:lnTo>
                  <a:lnTo>
                    <a:pt x="7963340" y="3118961"/>
                  </a:lnTo>
                  <a:close/>
                </a:path>
                <a:path w="8035290" h="3128645">
                  <a:moveTo>
                    <a:pt x="122301" y="3128486"/>
                  </a:moveTo>
                  <a:lnTo>
                    <a:pt x="75053" y="3118961"/>
                  </a:lnTo>
                  <a:lnTo>
                    <a:pt x="7963094" y="3118961"/>
                  </a:lnTo>
                  <a:lnTo>
                    <a:pt x="7939471" y="3123723"/>
                  </a:lnTo>
                  <a:lnTo>
                    <a:pt x="122301" y="3123723"/>
                  </a:lnTo>
                  <a:lnTo>
                    <a:pt x="122301" y="3128486"/>
                  </a:lnTo>
                  <a:close/>
                </a:path>
                <a:path w="8035290" h="3128645">
                  <a:moveTo>
                    <a:pt x="7915846" y="3128486"/>
                  </a:moveTo>
                  <a:lnTo>
                    <a:pt x="122301" y="3128486"/>
                  </a:lnTo>
                  <a:lnTo>
                    <a:pt x="122301" y="3123723"/>
                  </a:lnTo>
                  <a:lnTo>
                    <a:pt x="7915846" y="3123723"/>
                  </a:lnTo>
                  <a:lnTo>
                    <a:pt x="7915846" y="3128486"/>
                  </a:lnTo>
                  <a:close/>
                </a:path>
                <a:path w="8035290" h="3128645">
                  <a:moveTo>
                    <a:pt x="7915846" y="3128486"/>
                  </a:moveTo>
                  <a:lnTo>
                    <a:pt x="7915846" y="3123723"/>
                  </a:lnTo>
                  <a:lnTo>
                    <a:pt x="7939471" y="3123723"/>
                  </a:lnTo>
                  <a:lnTo>
                    <a:pt x="7915846" y="3128486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9557695" y="6391558"/>
            <a:ext cx="3374390" cy="1180465"/>
          </a:xfrm>
          <a:prstGeom prst="rect">
            <a:avLst/>
          </a:prstGeom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2650" spc="-10" b="1">
                <a:solidFill>
                  <a:srgbClr val="52586A"/>
                </a:solidFill>
                <a:latin typeface="Arial"/>
                <a:cs typeface="Arial"/>
              </a:rPr>
              <a:t>Collections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b="1">
                <a:solidFill>
                  <a:srgbClr val="52586A"/>
                </a:solidFill>
                <a:latin typeface="Arial"/>
                <a:cs typeface="Arial"/>
              </a:rPr>
              <a:t>ArrayList</a:t>
            </a:r>
            <a:r>
              <a:rPr dirty="0" sz="2150" spc="7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52586A"/>
                </a:solidFill>
                <a:latin typeface="Arial"/>
                <a:cs typeface="Arial"/>
              </a:rPr>
              <a:t>Implementation</a:t>
            </a:r>
            <a:endParaRPr sz="215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557695" y="7726594"/>
            <a:ext cx="7420609" cy="1311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0800"/>
              </a:lnSpc>
              <a:spcBef>
                <a:spcPts val="90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Uses</a:t>
            </a:r>
            <a:r>
              <a:rPr dirty="0" sz="2150" spc="4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ArrayList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to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store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manage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multiple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Student</a:t>
            </a:r>
            <a:r>
              <a:rPr dirty="0" sz="2150" spc="53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objects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dynamically,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enabling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efficient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data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organization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25">
                <a:solidFill>
                  <a:srgbClr val="52586A"/>
                </a:solidFill>
                <a:latin typeface="Arial MT"/>
                <a:cs typeface="Arial MT"/>
              </a:rPr>
              <a:t>and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retrieval.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0"/>
            <a:ext cx="6857998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8657" y="836053"/>
            <a:ext cx="6123940" cy="7778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900"/>
              <a:t>System</a:t>
            </a:r>
            <a:r>
              <a:rPr dirty="0" sz="4900" spc="-20"/>
              <a:t> </a:t>
            </a:r>
            <a:r>
              <a:rPr dirty="0" sz="4900" spc="-10"/>
              <a:t>Architecture</a:t>
            </a:r>
            <a:endParaRPr sz="490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357" y="3017196"/>
            <a:ext cx="1259090" cy="537345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68657" y="1888477"/>
            <a:ext cx="9406255" cy="7407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74295">
              <a:lnSpc>
                <a:spcPct val="128299"/>
              </a:lnSpc>
              <a:spcBef>
                <a:spcPts val="90"/>
              </a:spcBef>
            </a:pP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The</a:t>
            </a:r>
            <a:r>
              <a:rPr dirty="0" sz="190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system</a:t>
            </a:r>
            <a:r>
              <a:rPr dirty="0" sz="190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follows</a:t>
            </a:r>
            <a:r>
              <a:rPr dirty="0" sz="190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a</a:t>
            </a:r>
            <a:r>
              <a:rPr dirty="0" sz="190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Model-View-Controller</a:t>
            </a:r>
            <a:r>
              <a:rPr dirty="0" sz="190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(MVC)</a:t>
            </a:r>
            <a:r>
              <a:rPr dirty="0" sz="190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design</a:t>
            </a:r>
            <a:r>
              <a:rPr dirty="0" sz="190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pattern</a:t>
            </a:r>
            <a:r>
              <a:rPr dirty="0" sz="190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for</a:t>
            </a:r>
            <a:r>
              <a:rPr dirty="0" sz="190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organized</a:t>
            </a:r>
            <a:r>
              <a:rPr dirty="0" sz="190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52586A"/>
                </a:solidFill>
                <a:latin typeface="Arial MT"/>
                <a:cs typeface="Arial MT"/>
              </a:rPr>
              <a:t>code </a:t>
            </a:r>
            <a:r>
              <a:rPr dirty="0" sz="1900" spc="-10">
                <a:solidFill>
                  <a:srgbClr val="52586A"/>
                </a:solidFill>
                <a:latin typeface="Arial MT"/>
                <a:cs typeface="Arial MT"/>
              </a:rPr>
              <a:t>structure: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900">
              <a:latin typeface="Arial MT"/>
              <a:cs typeface="Arial MT"/>
            </a:endParaRPr>
          </a:p>
          <a:p>
            <a:pPr marL="1494790">
              <a:lnSpc>
                <a:spcPct val="100000"/>
              </a:lnSpc>
            </a:pPr>
            <a:r>
              <a:rPr dirty="0" sz="2400" b="1">
                <a:solidFill>
                  <a:srgbClr val="52586A"/>
                </a:solidFill>
                <a:latin typeface="Arial"/>
                <a:cs typeface="Arial"/>
              </a:rPr>
              <a:t>Model</a:t>
            </a:r>
            <a:r>
              <a:rPr dirty="0" sz="2400" spc="7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52586A"/>
                </a:solidFill>
                <a:latin typeface="Arial"/>
                <a:cs typeface="Arial"/>
              </a:rPr>
              <a:t>Layer</a:t>
            </a:r>
            <a:endParaRPr sz="2400">
              <a:latin typeface="Arial"/>
              <a:cs typeface="Arial"/>
            </a:endParaRPr>
          </a:p>
          <a:p>
            <a:pPr marL="1494790" marR="80645">
              <a:lnSpc>
                <a:spcPct val="128299"/>
              </a:lnSpc>
              <a:spcBef>
                <a:spcPts val="590"/>
              </a:spcBef>
            </a:pP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Person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Student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classes</a:t>
            </a:r>
            <a:r>
              <a:rPr dirty="0" sz="190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define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data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structure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190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business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logic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52586A"/>
                </a:solidFill>
                <a:latin typeface="Arial MT"/>
                <a:cs typeface="Arial MT"/>
              </a:rPr>
              <a:t>for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attendance</a:t>
            </a:r>
            <a:r>
              <a:rPr dirty="0" sz="1900" spc="7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tracking</a:t>
            </a:r>
            <a:r>
              <a:rPr dirty="0" sz="1900" spc="7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52586A"/>
                </a:solidFill>
                <a:latin typeface="Arial MT"/>
                <a:cs typeface="Arial MT"/>
              </a:rPr>
              <a:t>operations.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900">
              <a:latin typeface="Arial MT"/>
              <a:cs typeface="Arial MT"/>
            </a:endParaRPr>
          </a:p>
          <a:p>
            <a:pPr marL="1494790">
              <a:lnSpc>
                <a:spcPct val="100000"/>
              </a:lnSpc>
            </a:pPr>
            <a:r>
              <a:rPr dirty="0" sz="2400" b="1">
                <a:solidFill>
                  <a:srgbClr val="52586A"/>
                </a:solidFill>
                <a:latin typeface="Arial"/>
                <a:cs typeface="Arial"/>
              </a:rPr>
              <a:t>Controller</a:t>
            </a:r>
            <a:r>
              <a:rPr dirty="0" sz="2400" spc="12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52586A"/>
                </a:solidFill>
                <a:latin typeface="Arial"/>
                <a:cs typeface="Arial"/>
              </a:rPr>
              <a:t>Layer</a:t>
            </a:r>
            <a:endParaRPr sz="2400">
              <a:latin typeface="Arial"/>
              <a:cs typeface="Arial"/>
            </a:endParaRPr>
          </a:p>
          <a:p>
            <a:pPr marL="1494790" marR="189865">
              <a:lnSpc>
                <a:spcPct val="128299"/>
              </a:lnSpc>
              <a:spcBef>
                <a:spcPts val="595"/>
              </a:spcBef>
            </a:pP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AttendanceManager</a:t>
            </a:r>
            <a:r>
              <a:rPr dirty="0" sz="190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class</a:t>
            </a:r>
            <a:r>
              <a:rPr dirty="0" sz="190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manages</a:t>
            </a:r>
            <a:r>
              <a:rPr dirty="0" sz="190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student</a:t>
            </a:r>
            <a:r>
              <a:rPr dirty="0" sz="190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list,</a:t>
            </a:r>
            <a:r>
              <a:rPr dirty="0" sz="190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processes</a:t>
            </a:r>
            <a:r>
              <a:rPr dirty="0" sz="1900" spc="7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52586A"/>
                </a:solidFill>
                <a:latin typeface="Arial MT"/>
                <a:cs typeface="Arial MT"/>
              </a:rPr>
              <a:t>attendance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marking,</a:t>
            </a:r>
            <a:r>
              <a:rPr dirty="0" sz="190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190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calculates</a:t>
            </a:r>
            <a:r>
              <a:rPr dirty="0" sz="190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52586A"/>
                </a:solidFill>
                <a:latin typeface="Arial MT"/>
                <a:cs typeface="Arial MT"/>
              </a:rPr>
              <a:t>percentages.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900">
              <a:latin typeface="Arial MT"/>
              <a:cs typeface="Arial MT"/>
            </a:endParaRPr>
          </a:p>
          <a:p>
            <a:pPr marL="1494790">
              <a:lnSpc>
                <a:spcPct val="100000"/>
              </a:lnSpc>
            </a:pPr>
            <a:r>
              <a:rPr dirty="0" sz="2400" b="1">
                <a:solidFill>
                  <a:srgbClr val="52586A"/>
                </a:solidFill>
                <a:latin typeface="Arial"/>
                <a:cs typeface="Arial"/>
              </a:rPr>
              <a:t>View</a:t>
            </a:r>
            <a:r>
              <a:rPr dirty="0" sz="2400" spc="6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52586A"/>
                </a:solidFill>
                <a:latin typeface="Arial"/>
                <a:cs typeface="Arial"/>
              </a:rPr>
              <a:t>Layer</a:t>
            </a:r>
            <a:endParaRPr sz="2400">
              <a:latin typeface="Arial"/>
              <a:cs typeface="Arial"/>
            </a:endParaRPr>
          </a:p>
          <a:p>
            <a:pPr marL="1494790" marR="149860">
              <a:lnSpc>
                <a:spcPct val="128299"/>
              </a:lnSpc>
              <a:spcBef>
                <a:spcPts val="590"/>
              </a:spcBef>
            </a:pP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Main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class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provides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menu-driven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interface</a:t>
            </a:r>
            <a:r>
              <a:rPr dirty="0" sz="190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using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Scanner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for</a:t>
            </a:r>
            <a:r>
              <a:rPr dirty="0" sz="190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user</a:t>
            </a:r>
            <a:r>
              <a:rPr dirty="0" sz="190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52586A"/>
                </a:solidFill>
                <a:latin typeface="Arial MT"/>
                <a:cs typeface="Arial MT"/>
              </a:rPr>
              <a:t>input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190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formatted</a:t>
            </a:r>
            <a:r>
              <a:rPr dirty="0" sz="190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output</a:t>
            </a:r>
            <a:r>
              <a:rPr dirty="0" sz="190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52586A"/>
                </a:solidFill>
                <a:latin typeface="Arial MT"/>
                <a:cs typeface="Arial MT"/>
              </a:rPr>
              <a:t>display.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14"/>
              </a:spcBef>
            </a:pPr>
            <a:endParaRPr sz="1900">
              <a:latin typeface="Arial MT"/>
              <a:cs typeface="Arial MT"/>
            </a:endParaRPr>
          </a:p>
          <a:p>
            <a:pPr marL="12700" marR="5080">
              <a:lnSpc>
                <a:spcPct val="128299"/>
              </a:lnSpc>
            </a:pP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This</a:t>
            </a:r>
            <a:r>
              <a:rPr dirty="0" sz="190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separation</a:t>
            </a:r>
            <a:r>
              <a:rPr dirty="0" sz="190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ensures</a:t>
            </a:r>
            <a:r>
              <a:rPr dirty="0" sz="190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maintainability,</a:t>
            </a:r>
            <a:r>
              <a:rPr dirty="0" sz="190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scalability,</a:t>
            </a:r>
            <a:r>
              <a:rPr dirty="0" sz="190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190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clear</a:t>
            </a:r>
            <a:r>
              <a:rPr dirty="0" sz="190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responsibility</a:t>
            </a:r>
            <a:r>
              <a:rPr dirty="0" sz="190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52586A"/>
                </a:solidFill>
                <a:latin typeface="Arial MT"/>
                <a:cs typeface="Arial MT"/>
              </a:rPr>
              <a:t>boundaries </a:t>
            </a:r>
            <a:r>
              <a:rPr dirty="0" sz="1900">
                <a:solidFill>
                  <a:srgbClr val="52586A"/>
                </a:solidFill>
                <a:latin typeface="Arial MT"/>
                <a:cs typeface="Arial MT"/>
              </a:rPr>
              <a:t>between</a:t>
            </a:r>
            <a:r>
              <a:rPr dirty="0" sz="190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52586A"/>
                </a:solidFill>
                <a:latin typeface="Arial MT"/>
                <a:cs typeface="Arial MT"/>
              </a:rPr>
              <a:t>components.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3436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110"/>
              </a:spcBef>
            </a:pPr>
            <a:r>
              <a:rPr dirty="0" sz="5550"/>
              <a:t>Code</a:t>
            </a:r>
            <a:r>
              <a:rPr dirty="0" sz="5550" spc="-40"/>
              <a:t> </a:t>
            </a:r>
            <a:r>
              <a:rPr dirty="0" sz="5550"/>
              <a:t>Structure</a:t>
            </a:r>
            <a:r>
              <a:rPr dirty="0" sz="5550" spc="-25"/>
              <a:t> </a:t>
            </a:r>
            <a:r>
              <a:rPr dirty="0" sz="5550" spc="-10"/>
              <a:t>Overview</a:t>
            </a:r>
            <a:endParaRPr sz="5550"/>
          </a:p>
        </p:txBody>
      </p:sp>
      <p:grpSp>
        <p:nvGrpSpPr>
          <p:cNvPr id="3" name="object 3" descr=""/>
          <p:cNvGrpSpPr/>
          <p:nvPr/>
        </p:nvGrpSpPr>
        <p:grpSpPr>
          <a:xfrm>
            <a:off x="973188" y="2241499"/>
            <a:ext cx="8047355" cy="3505835"/>
            <a:chOff x="973188" y="2241499"/>
            <a:chExt cx="8047355" cy="3505835"/>
          </a:xfrm>
        </p:grpSpPr>
        <p:sp>
          <p:nvSpPr>
            <p:cNvPr id="4" name="object 4" descr=""/>
            <p:cNvSpPr/>
            <p:nvPr/>
          </p:nvSpPr>
          <p:spPr>
            <a:xfrm>
              <a:off x="973188" y="2241499"/>
              <a:ext cx="8047355" cy="3505835"/>
            </a:xfrm>
            <a:custGeom>
              <a:avLst/>
              <a:gdLst/>
              <a:ahLst/>
              <a:cxnLst/>
              <a:rect l="l" t="t" r="r" b="b"/>
              <a:pathLst>
                <a:path w="8047355" h="3505835">
                  <a:moveTo>
                    <a:pt x="138874" y="3505771"/>
                  </a:moveTo>
                  <a:lnTo>
                    <a:pt x="95024" y="3498741"/>
                  </a:lnTo>
                  <a:lnTo>
                    <a:pt x="56907" y="3479156"/>
                  </a:lnTo>
                  <a:lnTo>
                    <a:pt x="26828" y="3449275"/>
                  </a:lnTo>
                  <a:lnTo>
                    <a:pt x="7091" y="3411356"/>
                  </a:lnTo>
                  <a:lnTo>
                    <a:pt x="0" y="3367658"/>
                  </a:lnTo>
                  <a:lnTo>
                    <a:pt x="0" y="138112"/>
                  </a:lnTo>
                  <a:lnTo>
                    <a:pt x="7091" y="94414"/>
                  </a:lnTo>
                  <a:lnTo>
                    <a:pt x="26828" y="56496"/>
                  </a:lnTo>
                  <a:lnTo>
                    <a:pt x="56907" y="26615"/>
                  </a:lnTo>
                  <a:lnTo>
                    <a:pt x="95024" y="7030"/>
                  </a:lnTo>
                  <a:lnTo>
                    <a:pt x="138874" y="0"/>
                  </a:lnTo>
                  <a:lnTo>
                    <a:pt x="7909178" y="0"/>
                  </a:lnTo>
                  <a:lnTo>
                    <a:pt x="7909178" y="19050"/>
                  </a:lnTo>
                  <a:lnTo>
                    <a:pt x="138874" y="19050"/>
                  </a:lnTo>
                  <a:lnTo>
                    <a:pt x="138874" y="38100"/>
                  </a:lnTo>
                  <a:lnTo>
                    <a:pt x="99580" y="45971"/>
                  </a:lnTo>
                  <a:lnTo>
                    <a:pt x="67556" y="67425"/>
                  </a:lnTo>
                  <a:lnTo>
                    <a:pt x="45996" y="99219"/>
                  </a:lnTo>
                  <a:lnTo>
                    <a:pt x="38100" y="138112"/>
                  </a:lnTo>
                  <a:lnTo>
                    <a:pt x="38100" y="3367658"/>
                  </a:lnTo>
                  <a:lnTo>
                    <a:pt x="45996" y="3406552"/>
                  </a:lnTo>
                  <a:lnTo>
                    <a:pt x="67556" y="3438346"/>
                  </a:lnTo>
                  <a:lnTo>
                    <a:pt x="99580" y="3459799"/>
                  </a:lnTo>
                  <a:lnTo>
                    <a:pt x="138874" y="3467671"/>
                  </a:lnTo>
                  <a:lnTo>
                    <a:pt x="8002707" y="3467671"/>
                  </a:lnTo>
                  <a:lnTo>
                    <a:pt x="7991145" y="3479156"/>
                  </a:lnTo>
                  <a:lnTo>
                    <a:pt x="7976422" y="3486721"/>
                  </a:lnTo>
                  <a:lnTo>
                    <a:pt x="138874" y="3486721"/>
                  </a:lnTo>
                  <a:lnTo>
                    <a:pt x="138874" y="3505771"/>
                  </a:lnTo>
                  <a:close/>
                </a:path>
                <a:path w="8047355" h="3505835">
                  <a:moveTo>
                    <a:pt x="8002707" y="3467671"/>
                  </a:moveTo>
                  <a:lnTo>
                    <a:pt x="7909178" y="3467671"/>
                  </a:lnTo>
                  <a:lnTo>
                    <a:pt x="7948432" y="3459799"/>
                  </a:lnTo>
                  <a:lnTo>
                    <a:pt x="7980462" y="3438346"/>
                  </a:lnTo>
                  <a:lnTo>
                    <a:pt x="8002044" y="3406552"/>
                  </a:lnTo>
                  <a:lnTo>
                    <a:pt x="8009954" y="3367658"/>
                  </a:lnTo>
                  <a:lnTo>
                    <a:pt x="8009954" y="138112"/>
                  </a:lnTo>
                  <a:lnTo>
                    <a:pt x="8002057" y="99219"/>
                  </a:lnTo>
                  <a:lnTo>
                    <a:pt x="7980497" y="67425"/>
                  </a:lnTo>
                  <a:lnTo>
                    <a:pt x="7948472" y="45971"/>
                  </a:lnTo>
                  <a:lnTo>
                    <a:pt x="7909178" y="38100"/>
                  </a:lnTo>
                  <a:lnTo>
                    <a:pt x="138874" y="38100"/>
                  </a:lnTo>
                  <a:lnTo>
                    <a:pt x="138874" y="19050"/>
                  </a:lnTo>
                  <a:lnTo>
                    <a:pt x="7909178" y="19050"/>
                  </a:lnTo>
                  <a:lnTo>
                    <a:pt x="7909178" y="0"/>
                  </a:lnTo>
                  <a:lnTo>
                    <a:pt x="7953028" y="7030"/>
                  </a:lnTo>
                  <a:lnTo>
                    <a:pt x="7991145" y="26615"/>
                  </a:lnTo>
                  <a:lnTo>
                    <a:pt x="8021225" y="56496"/>
                  </a:lnTo>
                  <a:lnTo>
                    <a:pt x="8040963" y="94414"/>
                  </a:lnTo>
                  <a:lnTo>
                    <a:pt x="8047166" y="132643"/>
                  </a:lnTo>
                  <a:lnTo>
                    <a:pt x="8047166" y="3373128"/>
                  </a:lnTo>
                  <a:lnTo>
                    <a:pt x="8040963" y="3411356"/>
                  </a:lnTo>
                  <a:lnTo>
                    <a:pt x="8021225" y="3449275"/>
                  </a:lnTo>
                  <a:lnTo>
                    <a:pt x="8002707" y="3467671"/>
                  </a:lnTo>
                  <a:close/>
                </a:path>
                <a:path w="8047355" h="3505835">
                  <a:moveTo>
                    <a:pt x="7909178" y="3505771"/>
                  </a:moveTo>
                  <a:lnTo>
                    <a:pt x="138874" y="3505771"/>
                  </a:lnTo>
                  <a:lnTo>
                    <a:pt x="138874" y="3486721"/>
                  </a:lnTo>
                  <a:lnTo>
                    <a:pt x="7909178" y="3486721"/>
                  </a:lnTo>
                  <a:lnTo>
                    <a:pt x="7909178" y="3505771"/>
                  </a:lnTo>
                  <a:close/>
                </a:path>
                <a:path w="8047355" h="3505835">
                  <a:moveTo>
                    <a:pt x="7909178" y="3505771"/>
                  </a:moveTo>
                  <a:lnTo>
                    <a:pt x="7909178" y="3486721"/>
                  </a:lnTo>
                  <a:lnTo>
                    <a:pt x="7976422" y="3486721"/>
                  </a:lnTo>
                  <a:lnTo>
                    <a:pt x="7953028" y="3498741"/>
                  </a:lnTo>
                  <a:lnTo>
                    <a:pt x="7909178" y="3505771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30338" y="2298649"/>
              <a:ext cx="7933690" cy="850900"/>
            </a:xfrm>
            <a:custGeom>
              <a:avLst/>
              <a:gdLst/>
              <a:ahLst/>
              <a:cxnLst/>
              <a:rect l="l" t="t" r="r" b="b"/>
              <a:pathLst>
                <a:path w="7933690" h="850900">
                  <a:moveTo>
                    <a:pt x="7860315" y="850487"/>
                  </a:moveTo>
                  <a:lnTo>
                    <a:pt x="73342" y="850487"/>
                  </a:lnTo>
                  <a:lnTo>
                    <a:pt x="44804" y="844720"/>
                  </a:lnTo>
                  <a:lnTo>
                    <a:pt x="21490" y="828996"/>
                  </a:lnTo>
                  <a:lnTo>
                    <a:pt x="5767" y="805682"/>
                  </a:lnTo>
                  <a:lnTo>
                    <a:pt x="0" y="777144"/>
                  </a:lnTo>
                  <a:lnTo>
                    <a:pt x="0" y="73342"/>
                  </a:lnTo>
                  <a:lnTo>
                    <a:pt x="5767" y="44804"/>
                  </a:lnTo>
                  <a:lnTo>
                    <a:pt x="21490" y="21490"/>
                  </a:lnTo>
                  <a:lnTo>
                    <a:pt x="44804" y="5767"/>
                  </a:lnTo>
                  <a:lnTo>
                    <a:pt x="73342" y="0"/>
                  </a:lnTo>
                  <a:lnTo>
                    <a:pt x="7860315" y="0"/>
                  </a:lnTo>
                  <a:lnTo>
                    <a:pt x="7888852" y="5767"/>
                  </a:lnTo>
                  <a:lnTo>
                    <a:pt x="7912166" y="21490"/>
                  </a:lnTo>
                  <a:lnTo>
                    <a:pt x="7927889" y="44804"/>
                  </a:lnTo>
                  <a:lnTo>
                    <a:pt x="7933656" y="73342"/>
                  </a:lnTo>
                  <a:lnTo>
                    <a:pt x="7933656" y="777144"/>
                  </a:lnTo>
                  <a:lnTo>
                    <a:pt x="7927889" y="805682"/>
                  </a:lnTo>
                  <a:lnTo>
                    <a:pt x="7912166" y="828996"/>
                  </a:lnTo>
                  <a:lnTo>
                    <a:pt x="7888852" y="844720"/>
                  </a:lnTo>
                  <a:lnTo>
                    <a:pt x="7860315" y="850487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301159" y="2404922"/>
            <a:ext cx="7110730" cy="284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89535">
              <a:lnSpc>
                <a:spcPct val="100000"/>
              </a:lnSpc>
              <a:spcBef>
                <a:spcPts val="110"/>
              </a:spcBef>
            </a:pPr>
            <a:r>
              <a:rPr dirty="0" sz="3300" spc="-50" b="1">
                <a:solidFill>
                  <a:srgbClr val="52586A"/>
                </a:solidFill>
                <a:latin typeface="Arial"/>
                <a:cs typeface="Arial"/>
              </a:rPr>
              <a:t>1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50" b="1">
                <a:solidFill>
                  <a:srgbClr val="52586A"/>
                </a:solidFill>
                <a:latin typeface="Arial"/>
                <a:cs typeface="Arial"/>
              </a:rPr>
              <a:t>Person</a:t>
            </a:r>
            <a:r>
              <a:rPr dirty="0" sz="2750" spc="-7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52586A"/>
                </a:solidFill>
                <a:latin typeface="Arial"/>
                <a:cs typeface="Arial"/>
              </a:rPr>
              <a:t>(Abstract</a:t>
            </a:r>
            <a:r>
              <a:rPr dirty="0" sz="2750" spc="-6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52586A"/>
                </a:solidFill>
                <a:latin typeface="Arial"/>
                <a:cs typeface="Arial"/>
              </a:rPr>
              <a:t>Class)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Base</a:t>
            </a:r>
            <a:r>
              <a:rPr dirty="0" sz="2150" spc="3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class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with</a:t>
            </a:r>
            <a:r>
              <a:rPr dirty="0" sz="2150" spc="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common</a:t>
            </a:r>
            <a:r>
              <a:rPr dirty="0" sz="2150" spc="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attributes: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student</a:t>
            </a:r>
            <a:r>
              <a:rPr dirty="0" sz="2150" spc="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ID</a:t>
            </a:r>
            <a:r>
              <a:rPr dirty="0" sz="2150" spc="4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name.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Contains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abstract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displayInfo()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method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for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polymorphic behavior.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9266633" y="2241499"/>
            <a:ext cx="8047355" cy="3505835"/>
            <a:chOff x="9266633" y="2241499"/>
            <a:chExt cx="8047355" cy="3505835"/>
          </a:xfrm>
        </p:grpSpPr>
        <p:sp>
          <p:nvSpPr>
            <p:cNvPr id="8" name="object 8" descr=""/>
            <p:cNvSpPr/>
            <p:nvPr/>
          </p:nvSpPr>
          <p:spPr>
            <a:xfrm>
              <a:off x="9266633" y="2241499"/>
              <a:ext cx="8047355" cy="3505835"/>
            </a:xfrm>
            <a:custGeom>
              <a:avLst/>
              <a:gdLst/>
              <a:ahLst/>
              <a:cxnLst/>
              <a:rect l="l" t="t" r="r" b="b"/>
              <a:pathLst>
                <a:path w="8047355" h="3505835">
                  <a:moveTo>
                    <a:pt x="138874" y="3505771"/>
                  </a:moveTo>
                  <a:lnTo>
                    <a:pt x="95024" y="3498741"/>
                  </a:lnTo>
                  <a:lnTo>
                    <a:pt x="56907" y="3479156"/>
                  </a:lnTo>
                  <a:lnTo>
                    <a:pt x="26828" y="3449275"/>
                  </a:lnTo>
                  <a:lnTo>
                    <a:pt x="7091" y="3411356"/>
                  </a:lnTo>
                  <a:lnTo>
                    <a:pt x="0" y="3367658"/>
                  </a:lnTo>
                  <a:lnTo>
                    <a:pt x="0" y="138112"/>
                  </a:lnTo>
                  <a:lnTo>
                    <a:pt x="7091" y="94414"/>
                  </a:lnTo>
                  <a:lnTo>
                    <a:pt x="26828" y="56496"/>
                  </a:lnTo>
                  <a:lnTo>
                    <a:pt x="56907" y="26615"/>
                  </a:lnTo>
                  <a:lnTo>
                    <a:pt x="95024" y="7030"/>
                  </a:lnTo>
                  <a:lnTo>
                    <a:pt x="138874" y="0"/>
                  </a:lnTo>
                  <a:lnTo>
                    <a:pt x="7909274" y="0"/>
                  </a:lnTo>
                  <a:lnTo>
                    <a:pt x="7909274" y="19050"/>
                  </a:lnTo>
                  <a:lnTo>
                    <a:pt x="138874" y="19050"/>
                  </a:lnTo>
                  <a:lnTo>
                    <a:pt x="138874" y="38100"/>
                  </a:lnTo>
                  <a:lnTo>
                    <a:pt x="99581" y="45971"/>
                  </a:lnTo>
                  <a:lnTo>
                    <a:pt x="67556" y="67425"/>
                  </a:lnTo>
                  <a:lnTo>
                    <a:pt x="45997" y="99219"/>
                  </a:lnTo>
                  <a:lnTo>
                    <a:pt x="38100" y="138112"/>
                  </a:lnTo>
                  <a:lnTo>
                    <a:pt x="38100" y="3367658"/>
                  </a:lnTo>
                  <a:lnTo>
                    <a:pt x="45997" y="3406552"/>
                  </a:lnTo>
                  <a:lnTo>
                    <a:pt x="67556" y="3438346"/>
                  </a:lnTo>
                  <a:lnTo>
                    <a:pt x="99581" y="3459799"/>
                  </a:lnTo>
                  <a:lnTo>
                    <a:pt x="138874" y="3467671"/>
                  </a:lnTo>
                  <a:lnTo>
                    <a:pt x="8002802" y="3467671"/>
                  </a:lnTo>
                  <a:lnTo>
                    <a:pt x="7991241" y="3479156"/>
                  </a:lnTo>
                  <a:lnTo>
                    <a:pt x="7976518" y="3486721"/>
                  </a:lnTo>
                  <a:lnTo>
                    <a:pt x="138874" y="3486721"/>
                  </a:lnTo>
                  <a:lnTo>
                    <a:pt x="138874" y="3505771"/>
                  </a:lnTo>
                  <a:close/>
                </a:path>
                <a:path w="8047355" h="3505835">
                  <a:moveTo>
                    <a:pt x="8002802" y="3467671"/>
                  </a:moveTo>
                  <a:lnTo>
                    <a:pt x="7909274" y="3467671"/>
                  </a:lnTo>
                  <a:lnTo>
                    <a:pt x="7948528" y="3459799"/>
                  </a:lnTo>
                  <a:lnTo>
                    <a:pt x="7980557" y="3438346"/>
                  </a:lnTo>
                  <a:lnTo>
                    <a:pt x="8002139" y="3406552"/>
                  </a:lnTo>
                  <a:lnTo>
                    <a:pt x="8010049" y="3367658"/>
                  </a:lnTo>
                  <a:lnTo>
                    <a:pt x="8010049" y="138112"/>
                  </a:lnTo>
                  <a:lnTo>
                    <a:pt x="8002152" y="99219"/>
                  </a:lnTo>
                  <a:lnTo>
                    <a:pt x="7980593" y="67425"/>
                  </a:lnTo>
                  <a:lnTo>
                    <a:pt x="7948568" y="45971"/>
                  </a:lnTo>
                  <a:lnTo>
                    <a:pt x="7909274" y="38100"/>
                  </a:lnTo>
                  <a:lnTo>
                    <a:pt x="138874" y="38100"/>
                  </a:lnTo>
                  <a:lnTo>
                    <a:pt x="138874" y="19050"/>
                  </a:lnTo>
                  <a:lnTo>
                    <a:pt x="7909274" y="19050"/>
                  </a:lnTo>
                  <a:lnTo>
                    <a:pt x="7909274" y="0"/>
                  </a:lnTo>
                  <a:lnTo>
                    <a:pt x="7953124" y="7030"/>
                  </a:lnTo>
                  <a:lnTo>
                    <a:pt x="7991241" y="26615"/>
                  </a:lnTo>
                  <a:lnTo>
                    <a:pt x="8021320" y="56496"/>
                  </a:lnTo>
                  <a:lnTo>
                    <a:pt x="8041058" y="94414"/>
                  </a:lnTo>
                  <a:lnTo>
                    <a:pt x="8047166" y="132058"/>
                  </a:lnTo>
                  <a:lnTo>
                    <a:pt x="8047166" y="3373713"/>
                  </a:lnTo>
                  <a:lnTo>
                    <a:pt x="8041058" y="3411356"/>
                  </a:lnTo>
                  <a:lnTo>
                    <a:pt x="8021320" y="3449275"/>
                  </a:lnTo>
                  <a:lnTo>
                    <a:pt x="8002802" y="3467671"/>
                  </a:lnTo>
                  <a:close/>
                </a:path>
                <a:path w="8047355" h="3505835">
                  <a:moveTo>
                    <a:pt x="7909274" y="3505771"/>
                  </a:moveTo>
                  <a:lnTo>
                    <a:pt x="138874" y="3505771"/>
                  </a:lnTo>
                  <a:lnTo>
                    <a:pt x="138874" y="3486721"/>
                  </a:lnTo>
                  <a:lnTo>
                    <a:pt x="7909274" y="3486721"/>
                  </a:lnTo>
                  <a:lnTo>
                    <a:pt x="7909274" y="3505771"/>
                  </a:lnTo>
                  <a:close/>
                </a:path>
                <a:path w="8047355" h="3505835">
                  <a:moveTo>
                    <a:pt x="7909274" y="3505771"/>
                  </a:moveTo>
                  <a:lnTo>
                    <a:pt x="7909274" y="3486721"/>
                  </a:lnTo>
                  <a:lnTo>
                    <a:pt x="7976518" y="3486721"/>
                  </a:lnTo>
                  <a:lnTo>
                    <a:pt x="7953124" y="3498741"/>
                  </a:lnTo>
                  <a:lnTo>
                    <a:pt x="7909274" y="3505771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323784" y="2298649"/>
              <a:ext cx="7934325" cy="850900"/>
            </a:xfrm>
            <a:custGeom>
              <a:avLst/>
              <a:gdLst/>
              <a:ahLst/>
              <a:cxnLst/>
              <a:rect l="l" t="t" r="r" b="b"/>
              <a:pathLst>
                <a:path w="7934325" h="850900">
                  <a:moveTo>
                    <a:pt x="7860505" y="850487"/>
                  </a:moveTo>
                  <a:lnTo>
                    <a:pt x="73342" y="850487"/>
                  </a:lnTo>
                  <a:lnTo>
                    <a:pt x="44804" y="844720"/>
                  </a:lnTo>
                  <a:lnTo>
                    <a:pt x="21490" y="828996"/>
                  </a:lnTo>
                  <a:lnTo>
                    <a:pt x="5767" y="805682"/>
                  </a:lnTo>
                  <a:lnTo>
                    <a:pt x="0" y="777144"/>
                  </a:lnTo>
                  <a:lnTo>
                    <a:pt x="0" y="73342"/>
                  </a:lnTo>
                  <a:lnTo>
                    <a:pt x="5767" y="44804"/>
                  </a:lnTo>
                  <a:lnTo>
                    <a:pt x="21490" y="21490"/>
                  </a:lnTo>
                  <a:lnTo>
                    <a:pt x="44804" y="5767"/>
                  </a:lnTo>
                  <a:lnTo>
                    <a:pt x="73342" y="0"/>
                  </a:lnTo>
                  <a:lnTo>
                    <a:pt x="7860505" y="0"/>
                  </a:lnTo>
                  <a:lnTo>
                    <a:pt x="7889043" y="5767"/>
                  </a:lnTo>
                  <a:lnTo>
                    <a:pt x="7912357" y="21490"/>
                  </a:lnTo>
                  <a:lnTo>
                    <a:pt x="7928081" y="44804"/>
                  </a:lnTo>
                  <a:lnTo>
                    <a:pt x="7933848" y="73342"/>
                  </a:lnTo>
                  <a:lnTo>
                    <a:pt x="7933848" y="777144"/>
                  </a:lnTo>
                  <a:lnTo>
                    <a:pt x="7928081" y="805682"/>
                  </a:lnTo>
                  <a:lnTo>
                    <a:pt x="7912357" y="828996"/>
                  </a:lnTo>
                  <a:lnTo>
                    <a:pt x="7889043" y="844720"/>
                  </a:lnTo>
                  <a:lnTo>
                    <a:pt x="7860505" y="850487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594605" y="2404922"/>
            <a:ext cx="7142480" cy="284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58419">
              <a:lnSpc>
                <a:spcPct val="100000"/>
              </a:lnSpc>
              <a:spcBef>
                <a:spcPts val="110"/>
              </a:spcBef>
            </a:pPr>
            <a:r>
              <a:rPr dirty="0" sz="3300" spc="-50" b="1">
                <a:solidFill>
                  <a:srgbClr val="52586A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50" b="1">
                <a:solidFill>
                  <a:srgbClr val="52586A"/>
                </a:solidFill>
                <a:latin typeface="Arial"/>
                <a:cs typeface="Arial"/>
              </a:rPr>
              <a:t>Student</a:t>
            </a:r>
            <a:r>
              <a:rPr dirty="0" sz="2750" spc="-5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750" spc="-20" b="1">
                <a:solidFill>
                  <a:srgbClr val="52586A"/>
                </a:solidFill>
                <a:latin typeface="Arial"/>
                <a:cs typeface="Arial"/>
              </a:rPr>
              <a:t>Class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Extends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Person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with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attendance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tracking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logic.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Manages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attendance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records,</a:t>
            </a:r>
            <a:r>
              <a:rPr dirty="0" sz="2150" spc="7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calculates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percentages,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provides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display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functionality.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973188" y="5992710"/>
            <a:ext cx="8047355" cy="3505835"/>
            <a:chOff x="973188" y="5992710"/>
            <a:chExt cx="8047355" cy="3505835"/>
          </a:xfrm>
        </p:grpSpPr>
        <p:sp>
          <p:nvSpPr>
            <p:cNvPr id="12" name="object 12" descr=""/>
            <p:cNvSpPr/>
            <p:nvPr/>
          </p:nvSpPr>
          <p:spPr>
            <a:xfrm>
              <a:off x="973188" y="5992710"/>
              <a:ext cx="8047355" cy="3505835"/>
            </a:xfrm>
            <a:custGeom>
              <a:avLst/>
              <a:gdLst/>
              <a:ahLst/>
              <a:cxnLst/>
              <a:rect l="l" t="t" r="r" b="b"/>
              <a:pathLst>
                <a:path w="8047355" h="3505834">
                  <a:moveTo>
                    <a:pt x="138874" y="3505771"/>
                  </a:moveTo>
                  <a:lnTo>
                    <a:pt x="95024" y="3498740"/>
                  </a:lnTo>
                  <a:lnTo>
                    <a:pt x="56907" y="3479156"/>
                  </a:lnTo>
                  <a:lnTo>
                    <a:pt x="26828" y="3449275"/>
                  </a:lnTo>
                  <a:lnTo>
                    <a:pt x="7091" y="3411356"/>
                  </a:lnTo>
                  <a:lnTo>
                    <a:pt x="0" y="3367658"/>
                  </a:lnTo>
                  <a:lnTo>
                    <a:pt x="0" y="138112"/>
                  </a:lnTo>
                  <a:lnTo>
                    <a:pt x="7091" y="94414"/>
                  </a:lnTo>
                  <a:lnTo>
                    <a:pt x="26828" y="56496"/>
                  </a:lnTo>
                  <a:lnTo>
                    <a:pt x="56907" y="26615"/>
                  </a:lnTo>
                  <a:lnTo>
                    <a:pt x="95024" y="7030"/>
                  </a:lnTo>
                  <a:lnTo>
                    <a:pt x="138874" y="0"/>
                  </a:lnTo>
                  <a:lnTo>
                    <a:pt x="7909178" y="0"/>
                  </a:lnTo>
                  <a:lnTo>
                    <a:pt x="7909178" y="19049"/>
                  </a:lnTo>
                  <a:lnTo>
                    <a:pt x="138874" y="19049"/>
                  </a:lnTo>
                  <a:lnTo>
                    <a:pt x="138874" y="38099"/>
                  </a:lnTo>
                  <a:lnTo>
                    <a:pt x="99580" y="45971"/>
                  </a:lnTo>
                  <a:lnTo>
                    <a:pt x="67556" y="67425"/>
                  </a:lnTo>
                  <a:lnTo>
                    <a:pt x="45996" y="99219"/>
                  </a:lnTo>
                  <a:lnTo>
                    <a:pt x="38100" y="138112"/>
                  </a:lnTo>
                  <a:lnTo>
                    <a:pt x="38100" y="3367658"/>
                  </a:lnTo>
                  <a:lnTo>
                    <a:pt x="45996" y="3406552"/>
                  </a:lnTo>
                  <a:lnTo>
                    <a:pt x="67556" y="3438346"/>
                  </a:lnTo>
                  <a:lnTo>
                    <a:pt x="99580" y="3459799"/>
                  </a:lnTo>
                  <a:lnTo>
                    <a:pt x="138874" y="3467671"/>
                  </a:lnTo>
                  <a:lnTo>
                    <a:pt x="8002707" y="3467671"/>
                  </a:lnTo>
                  <a:lnTo>
                    <a:pt x="7991145" y="3479156"/>
                  </a:lnTo>
                  <a:lnTo>
                    <a:pt x="7976422" y="3486721"/>
                  </a:lnTo>
                  <a:lnTo>
                    <a:pt x="138874" y="3486721"/>
                  </a:lnTo>
                  <a:lnTo>
                    <a:pt x="138874" y="3505771"/>
                  </a:lnTo>
                  <a:close/>
                </a:path>
                <a:path w="8047355" h="3505834">
                  <a:moveTo>
                    <a:pt x="8002707" y="3467671"/>
                  </a:moveTo>
                  <a:lnTo>
                    <a:pt x="7909178" y="3467671"/>
                  </a:lnTo>
                  <a:lnTo>
                    <a:pt x="7948432" y="3459799"/>
                  </a:lnTo>
                  <a:lnTo>
                    <a:pt x="7980462" y="3438346"/>
                  </a:lnTo>
                  <a:lnTo>
                    <a:pt x="8002044" y="3406552"/>
                  </a:lnTo>
                  <a:lnTo>
                    <a:pt x="8009954" y="3367658"/>
                  </a:lnTo>
                  <a:lnTo>
                    <a:pt x="8009954" y="138112"/>
                  </a:lnTo>
                  <a:lnTo>
                    <a:pt x="8002057" y="99219"/>
                  </a:lnTo>
                  <a:lnTo>
                    <a:pt x="7980497" y="67425"/>
                  </a:lnTo>
                  <a:lnTo>
                    <a:pt x="7948472" y="45971"/>
                  </a:lnTo>
                  <a:lnTo>
                    <a:pt x="7909178" y="38099"/>
                  </a:lnTo>
                  <a:lnTo>
                    <a:pt x="138874" y="38099"/>
                  </a:lnTo>
                  <a:lnTo>
                    <a:pt x="138874" y="19049"/>
                  </a:lnTo>
                  <a:lnTo>
                    <a:pt x="7909178" y="19049"/>
                  </a:lnTo>
                  <a:lnTo>
                    <a:pt x="7909178" y="0"/>
                  </a:lnTo>
                  <a:lnTo>
                    <a:pt x="7953028" y="7030"/>
                  </a:lnTo>
                  <a:lnTo>
                    <a:pt x="7991145" y="26615"/>
                  </a:lnTo>
                  <a:lnTo>
                    <a:pt x="8021225" y="56496"/>
                  </a:lnTo>
                  <a:lnTo>
                    <a:pt x="8040963" y="94414"/>
                  </a:lnTo>
                  <a:lnTo>
                    <a:pt x="8047166" y="132643"/>
                  </a:lnTo>
                  <a:lnTo>
                    <a:pt x="8047166" y="3373127"/>
                  </a:lnTo>
                  <a:lnTo>
                    <a:pt x="8040963" y="3411356"/>
                  </a:lnTo>
                  <a:lnTo>
                    <a:pt x="8021225" y="3449275"/>
                  </a:lnTo>
                  <a:lnTo>
                    <a:pt x="8002707" y="3467671"/>
                  </a:lnTo>
                  <a:close/>
                </a:path>
                <a:path w="8047355" h="3505834">
                  <a:moveTo>
                    <a:pt x="7909178" y="3505771"/>
                  </a:moveTo>
                  <a:lnTo>
                    <a:pt x="138874" y="3505771"/>
                  </a:lnTo>
                  <a:lnTo>
                    <a:pt x="138874" y="3486721"/>
                  </a:lnTo>
                  <a:lnTo>
                    <a:pt x="7909178" y="3486721"/>
                  </a:lnTo>
                  <a:lnTo>
                    <a:pt x="7909178" y="3505771"/>
                  </a:lnTo>
                  <a:close/>
                </a:path>
                <a:path w="8047355" h="3505834">
                  <a:moveTo>
                    <a:pt x="7909178" y="3505771"/>
                  </a:moveTo>
                  <a:lnTo>
                    <a:pt x="7909178" y="3486721"/>
                  </a:lnTo>
                  <a:lnTo>
                    <a:pt x="7976422" y="3486721"/>
                  </a:lnTo>
                  <a:lnTo>
                    <a:pt x="7953028" y="3498740"/>
                  </a:lnTo>
                  <a:lnTo>
                    <a:pt x="7909178" y="3505771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30338" y="6049860"/>
              <a:ext cx="7933690" cy="850900"/>
            </a:xfrm>
            <a:custGeom>
              <a:avLst/>
              <a:gdLst/>
              <a:ahLst/>
              <a:cxnLst/>
              <a:rect l="l" t="t" r="r" b="b"/>
              <a:pathLst>
                <a:path w="7933690" h="850900">
                  <a:moveTo>
                    <a:pt x="7860315" y="850487"/>
                  </a:moveTo>
                  <a:lnTo>
                    <a:pt x="73342" y="850487"/>
                  </a:lnTo>
                  <a:lnTo>
                    <a:pt x="44804" y="844720"/>
                  </a:lnTo>
                  <a:lnTo>
                    <a:pt x="21490" y="828996"/>
                  </a:lnTo>
                  <a:lnTo>
                    <a:pt x="5767" y="805682"/>
                  </a:lnTo>
                  <a:lnTo>
                    <a:pt x="0" y="777144"/>
                  </a:lnTo>
                  <a:lnTo>
                    <a:pt x="0" y="73342"/>
                  </a:lnTo>
                  <a:lnTo>
                    <a:pt x="5767" y="44804"/>
                  </a:lnTo>
                  <a:lnTo>
                    <a:pt x="21490" y="21490"/>
                  </a:lnTo>
                  <a:lnTo>
                    <a:pt x="44804" y="5767"/>
                  </a:lnTo>
                  <a:lnTo>
                    <a:pt x="73342" y="0"/>
                  </a:lnTo>
                  <a:lnTo>
                    <a:pt x="7860315" y="0"/>
                  </a:lnTo>
                  <a:lnTo>
                    <a:pt x="7888852" y="5767"/>
                  </a:lnTo>
                  <a:lnTo>
                    <a:pt x="7912166" y="21490"/>
                  </a:lnTo>
                  <a:lnTo>
                    <a:pt x="7927889" y="44804"/>
                  </a:lnTo>
                  <a:lnTo>
                    <a:pt x="7933656" y="73342"/>
                  </a:lnTo>
                  <a:lnTo>
                    <a:pt x="7933656" y="777144"/>
                  </a:lnTo>
                  <a:lnTo>
                    <a:pt x="7927889" y="805682"/>
                  </a:lnTo>
                  <a:lnTo>
                    <a:pt x="7912166" y="828996"/>
                  </a:lnTo>
                  <a:lnTo>
                    <a:pt x="7888852" y="844720"/>
                  </a:lnTo>
                  <a:lnTo>
                    <a:pt x="7860315" y="850487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301159" y="6156143"/>
            <a:ext cx="7219315" cy="284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10160">
              <a:lnSpc>
                <a:spcPct val="100000"/>
              </a:lnSpc>
              <a:spcBef>
                <a:spcPts val="110"/>
              </a:spcBef>
            </a:pPr>
            <a:r>
              <a:rPr dirty="0" sz="3300" spc="-50" b="1">
                <a:solidFill>
                  <a:srgbClr val="52586A"/>
                </a:solidFill>
                <a:latin typeface="Arial"/>
                <a:cs typeface="Arial"/>
              </a:rPr>
              <a:t>3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50" spc="-10" b="1">
                <a:solidFill>
                  <a:srgbClr val="52586A"/>
                </a:solidFill>
                <a:latin typeface="Arial"/>
                <a:cs typeface="Arial"/>
              </a:rPr>
              <a:t>AttendanceManager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Central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controller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managing</a:t>
            </a:r>
            <a:r>
              <a:rPr dirty="0" sz="2150" spc="6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ArrayList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of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students.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Handles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adding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students,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marking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attendance,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generating reports.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9266633" y="5992710"/>
            <a:ext cx="8047355" cy="3505835"/>
            <a:chOff x="9266633" y="5992710"/>
            <a:chExt cx="8047355" cy="3505835"/>
          </a:xfrm>
        </p:grpSpPr>
        <p:sp>
          <p:nvSpPr>
            <p:cNvPr id="16" name="object 16" descr=""/>
            <p:cNvSpPr/>
            <p:nvPr/>
          </p:nvSpPr>
          <p:spPr>
            <a:xfrm>
              <a:off x="9266633" y="5992710"/>
              <a:ext cx="8047355" cy="3505835"/>
            </a:xfrm>
            <a:custGeom>
              <a:avLst/>
              <a:gdLst/>
              <a:ahLst/>
              <a:cxnLst/>
              <a:rect l="l" t="t" r="r" b="b"/>
              <a:pathLst>
                <a:path w="8047355" h="3505834">
                  <a:moveTo>
                    <a:pt x="138874" y="3505771"/>
                  </a:moveTo>
                  <a:lnTo>
                    <a:pt x="95024" y="3498740"/>
                  </a:lnTo>
                  <a:lnTo>
                    <a:pt x="56907" y="3479156"/>
                  </a:lnTo>
                  <a:lnTo>
                    <a:pt x="26828" y="3449275"/>
                  </a:lnTo>
                  <a:lnTo>
                    <a:pt x="7091" y="3411356"/>
                  </a:lnTo>
                  <a:lnTo>
                    <a:pt x="0" y="3367658"/>
                  </a:lnTo>
                  <a:lnTo>
                    <a:pt x="0" y="138112"/>
                  </a:lnTo>
                  <a:lnTo>
                    <a:pt x="7091" y="94414"/>
                  </a:lnTo>
                  <a:lnTo>
                    <a:pt x="26828" y="56496"/>
                  </a:lnTo>
                  <a:lnTo>
                    <a:pt x="56907" y="26615"/>
                  </a:lnTo>
                  <a:lnTo>
                    <a:pt x="95024" y="7030"/>
                  </a:lnTo>
                  <a:lnTo>
                    <a:pt x="138874" y="0"/>
                  </a:lnTo>
                  <a:lnTo>
                    <a:pt x="7909274" y="0"/>
                  </a:lnTo>
                  <a:lnTo>
                    <a:pt x="7909274" y="19049"/>
                  </a:lnTo>
                  <a:lnTo>
                    <a:pt x="138874" y="19049"/>
                  </a:lnTo>
                  <a:lnTo>
                    <a:pt x="138874" y="38099"/>
                  </a:lnTo>
                  <a:lnTo>
                    <a:pt x="99581" y="45971"/>
                  </a:lnTo>
                  <a:lnTo>
                    <a:pt x="67556" y="67425"/>
                  </a:lnTo>
                  <a:lnTo>
                    <a:pt x="45997" y="99219"/>
                  </a:lnTo>
                  <a:lnTo>
                    <a:pt x="38100" y="138112"/>
                  </a:lnTo>
                  <a:lnTo>
                    <a:pt x="38100" y="3367658"/>
                  </a:lnTo>
                  <a:lnTo>
                    <a:pt x="45997" y="3406552"/>
                  </a:lnTo>
                  <a:lnTo>
                    <a:pt x="67556" y="3438346"/>
                  </a:lnTo>
                  <a:lnTo>
                    <a:pt x="99581" y="3459799"/>
                  </a:lnTo>
                  <a:lnTo>
                    <a:pt x="138874" y="3467671"/>
                  </a:lnTo>
                  <a:lnTo>
                    <a:pt x="8002802" y="3467671"/>
                  </a:lnTo>
                  <a:lnTo>
                    <a:pt x="7991241" y="3479156"/>
                  </a:lnTo>
                  <a:lnTo>
                    <a:pt x="7976518" y="3486721"/>
                  </a:lnTo>
                  <a:lnTo>
                    <a:pt x="138874" y="3486721"/>
                  </a:lnTo>
                  <a:lnTo>
                    <a:pt x="138874" y="3505771"/>
                  </a:lnTo>
                  <a:close/>
                </a:path>
                <a:path w="8047355" h="3505834">
                  <a:moveTo>
                    <a:pt x="8002802" y="3467671"/>
                  </a:moveTo>
                  <a:lnTo>
                    <a:pt x="7909274" y="3467671"/>
                  </a:lnTo>
                  <a:lnTo>
                    <a:pt x="7948528" y="3459799"/>
                  </a:lnTo>
                  <a:lnTo>
                    <a:pt x="7980557" y="3438346"/>
                  </a:lnTo>
                  <a:lnTo>
                    <a:pt x="8002139" y="3406552"/>
                  </a:lnTo>
                  <a:lnTo>
                    <a:pt x="8010049" y="3367658"/>
                  </a:lnTo>
                  <a:lnTo>
                    <a:pt x="8010049" y="138112"/>
                  </a:lnTo>
                  <a:lnTo>
                    <a:pt x="8002152" y="99219"/>
                  </a:lnTo>
                  <a:lnTo>
                    <a:pt x="7980593" y="67425"/>
                  </a:lnTo>
                  <a:lnTo>
                    <a:pt x="7948568" y="45971"/>
                  </a:lnTo>
                  <a:lnTo>
                    <a:pt x="7909274" y="38099"/>
                  </a:lnTo>
                  <a:lnTo>
                    <a:pt x="138874" y="38099"/>
                  </a:lnTo>
                  <a:lnTo>
                    <a:pt x="138874" y="19049"/>
                  </a:lnTo>
                  <a:lnTo>
                    <a:pt x="7909274" y="19049"/>
                  </a:lnTo>
                  <a:lnTo>
                    <a:pt x="7909274" y="0"/>
                  </a:lnTo>
                  <a:lnTo>
                    <a:pt x="7953124" y="7030"/>
                  </a:lnTo>
                  <a:lnTo>
                    <a:pt x="7991241" y="26615"/>
                  </a:lnTo>
                  <a:lnTo>
                    <a:pt x="8021320" y="56496"/>
                  </a:lnTo>
                  <a:lnTo>
                    <a:pt x="8041058" y="94414"/>
                  </a:lnTo>
                  <a:lnTo>
                    <a:pt x="8047166" y="132058"/>
                  </a:lnTo>
                  <a:lnTo>
                    <a:pt x="8047166" y="3373713"/>
                  </a:lnTo>
                  <a:lnTo>
                    <a:pt x="8041058" y="3411356"/>
                  </a:lnTo>
                  <a:lnTo>
                    <a:pt x="8021320" y="3449275"/>
                  </a:lnTo>
                  <a:lnTo>
                    <a:pt x="8002802" y="3467671"/>
                  </a:lnTo>
                  <a:close/>
                </a:path>
                <a:path w="8047355" h="3505834">
                  <a:moveTo>
                    <a:pt x="7909274" y="3505771"/>
                  </a:moveTo>
                  <a:lnTo>
                    <a:pt x="138874" y="3505771"/>
                  </a:lnTo>
                  <a:lnTo>
                    <a:pt x="138874" y="3486721"/>
                  </a:lnTo>
                  <a:lnTo>
                    <a:pt x="7909274" y="3486721"/>
                  </a:lnTo>
                  <a:lnTo>
                    <a:pt x="7909274" y="3505771"/>
                  </a:lnTo>
                  <a:close/>
                </a:path>
                <a:path w="8047355" h="3505834">
                  <a:moveTo>
                    <a:pt x="7909274" y="3505771"/>
                  </a:moveTo>
                  <a:lnTo>
                    <a:pt x="7909274" y="3486721"/>
                  </a:lnTo>
                  <a:lnTo>
                    <a:pt x="7976518" y="3486721"/>
                  </a:lnTo>
                  <a:lnTo>
                    <a:pt x="7953124" y="3498740"/>
                  </a:lnTo>
                  <a:lnTo>
                    <a:pt x="7909274" y="3505771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323784" y="6049860"/>
              <a:ext cx="7934325" cy="850900"/>
            </a:xfrm>
            <a:custGeom>
              <a:avLst/>
              <a:gdLst/>
              <a:ahLst/>
              <a:cxnLst/>
              <a:rect l="l" t="t" r="r" b="b"/>
              <a:pathLst>
                <a:path w="7934325" h="850900">
                  <a:moveTo>
                    <a:pt x="7860505" y="850487"/>
                  </a:moveTo>
                  <a:lnTo>
                    <a:pt x="73342" y="850487"/>
                  </a:lnTo>
                  <a:lnTo>
                    <a:pt x="44804" y="844720"/>
                  </a:lnTo>
                  <a:lnTo>
                    <a:pt x="21490" y="828996"/>
                  </a:lnTo>
                  <a:lnTo>
                    <a:pt x="5767" y="805682"/>
                  </a:lnTo>
                  <a:lnTo>
                    <a:pt x="0" y="777144"/>
                  </a:lnTo>
                  <a:lnTo>
                    <a:pt x="0" y="73342"/>
                  </a:lnTo>
                  <a:lnTo>
                    <a:pt x="5767" y="44804"/>
                  </a:lnTo>
                  <a:lnTo>
                    <a:pt x="21490" y="21490"/>
                  </a:lnTo>
                  <a:lnTo>
                    <a:pt x="44804" y="5767"/>
                  </a:lnTo>
                  <a:lnTo>
                    <a:pt x="73342" y="0"/>
                  </a:lnTo>
                  <a:lnTo>
                    <a:pt x="7860505" y="0"/>
                  </a:lnTo>
                  <a:lnTo>
                    <a:pt x="7889043" y="5767"/>
                  </a:lnTo>
                  <a:lnTo>
                    <a:pt x="7912357" y="21490"/>
                  </a:lnTo>
                  <a:lnTo>
                    <a:pt x="7928081" y="44804"/>
                  </a:lnTo>
                  <a:lnTo>
                    <a:pt x="7933848" y="73342"/>
                  </a:lnTo>
                  <a:lnTo>
                    <a:pt x="7933848" y="777144"/>
                  </a:lnTo>
                  <a:lnTo>
                    <a:pt x="7928081" y="805682"/>
                  </a:lnTo>
                  <a:lnTo>
                    <a:pt x="7912357" y="828996"/>
                  </a:lnTo>
                  <a:lnTo>
                    <a:pt x="7889043" y="844720"/>
                  </a:lnTo>
                  <a:lnTo>
                    <a:pt x="7860505" y="850487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9594605" y="6156143"/>
            <a:ext cx="6986905" cy="2402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213995">
              <a:lnSpc>
                <a:spcPct val="100000"/>
              </a:lnSpc>
              <a:spcBef>
                <a:spcPts val="110"/>
              </a:spcBef>
            </a:pPr>
            <a:r>
              <a:rPr dirty="0" sz="3300" spc="-50" b="1">
                <a:solidFill>
                  <a:srgbClr val="52586A"/>
                </a:solidFill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50" b="1">
                <a:solidFill>
                  <a:srgbClr val="52586A"/>
                </a:solidFill>
                <a:latin typeface="Arial"/>
                <a:cs typeface="Arial"/>
              </a:rPr>
              <a:t>Main</a:t>
            </a:r>
            <a:r>
              <a:rPr dirty="0" sz="2750" spc="-20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52586A"/>
                </a:solidFill>
                <a:latin typeface="Arial"/>
                <a:cs typeface="Arial"/>
              </a:rPr>
              <a:t>Class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Entry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point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with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menu-driven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interface.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Uses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Scanner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25">
                <a:solidFill>
                  <a:srgbClr val="52586A"/>
                </a:solidFill>
                <a:latin typeface="Arial MT"/>
                <a:cs typeface="Arial MT"/>
              </a:rPr>
              <a:t>for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user</a:t>
            </a:r>
            <a:r>
              <a:rPr dirty="0" sz="2150" spc="5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interaction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150" spc="5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implements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program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52586A"/>
                </a:solidFill>
                <a:latin typeface="Arial MT"/>
                <a:cs typeface="Arial MT"/>
              </a:rPr>
              <a:t>flow</a:t>
            </a:r>
            <a:r>
              <a:rPr dirty="0" sz="2150" spc="6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52586A"/>
                </a:solidFill>
                <a:latin typeface="Arial MT"/>
                <a:cs typeface="Arial MT"/>
              </a:rPr>
              <a:t>control.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4617" y="678605"/>
            <a:ext cx="8286115" cy="825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69845" algn="l"/>
                <a:tab pos="4939665" algn="l"/>
                <a:tab pos="5606415" algn="l"/>
              </a:tabLst>
            </a:pPr>
            <a:r>
              <a:rPr dirty="0" sz="5250" spc="-10"/>
              <a:t>System</a:t>
            </a:r>
            <a:r>
              <a:rPr dirty="0" sz="5250"/>
              <a:t>	</a:t>
            </a:r>
            <a:r>
              <a:rPr dirty="0" sz="5250" spc="-10"/>
              <a:t>Output</a:t>
            </a:r>
            <a:r>
              <a:rPr dirty="0" sz="5250"/>
              <a:t>	</a:t>
            </a:r>
            <a:r>
              <a:rPr dirty="0" sz="5250" spc="-50"/>
              <a:t>&amp;</a:t>
            </a:r>
            <a:r>
              <a:rPr dirty="0" sz="5250"/>
              <a:t>	</a:t>
            </a:r>
            <a:r>
              <a:rPr dirty="0" sz="5250" spc="-10"/>
              <a:t>Working</a:t>
            </a:r>
            <a:endParaRPr sz="5250"/>
          </a:p>
        </p:txBody>
      </p:sp>
      <p:sp>
        <p:nvSpPr>
          <p:cNvPr id="3" name="object 3" descr=""/>
          <p:cNvSpPr txBox="1"/>
          <p:nvPr/>
        </p:nvSpPr>
        <p:spPr>
          <a:xfrm>
            <a:off x="924617" y="2667063"/>
            <a:ext cx="2538730" cy="11385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b="1">
                <a:solidFill>
                  <a:srgbClr val="373B48"/>
                </a:solidFill>
                <a:latin typeface="Arial"/>
                <a:cs typeface="Arial"/>
              </a:rPr>
              <a:t>How</a:t>
            </a:r>
            <a:r>
              <a:rPr dirty="0" sz="3100" spc="5" b="1">
                <a:solidFill>
                  <a:srgbClr val="373B48"/>
                </a:solidFill>
                <a:latin typeface="Arial"/>
                <a:cs typeface="Arial"/>
              </a:rPr>
              <a:t> </a:t>
            </a:r>
            <a:r>
              <a:rPr dirty="0" sz="3100" b="1">
                <a:solidFill>
                  <a:srgbClr val="373B48"/>
                </a:solidFill>
                <a:latin typeface="Arial"/>
                <a:cs typeface="Arial"/>
              </a:rPr>
              <a:t>It</a:t>
            </a:r>
            <a:r>
              <a:rPr dirty="0" sz="3100" spc="5" b="1">
                <a:solidFill>
                  <a:srgbClr val="373B48"/>
                </a:solidFill>
                <a:latin typeface="Arial"/>
                <a:cs typeface="Arial"/>
              </a:rPr>
              <a:t> </a:t>
            </a:r>
            <a:r>
              <a:rPr dirty="0" sz="3100" spc="-10" b="1">
                <a:solidFill>
                  <a:srgbClr val="373B48"/>
                </a:solidFill>
                <a:latin typeface="Arial"/>
                <a:cs typeface="Arial"/>
              </a:rPr>
              <a:t>Works</a:t>
            </a:r>
            <a:endParaRPr sz="3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dirty="0" sz="2050" spc="-25">
                <a:solidFill>
                  <a:srgbClr val="52586A"/>
                </a:solidFill>
                <a:latin typeface="Arial MT"/>
                <a:cs typeface="Arial MT"/>
              </a:rPr>
              <a:t>01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37317" y="3910907"/>
            <a:ext cx="5093970" cy="38100"/>
          </a:xfrm>
          <a:custGeom>
            <a:avLst/>
            <a:gdLst/>
            <a:ahLst/>
            <a:cxnLst/>
            <a:rect l="l" t="t" r="r" b="b"/>
            <a:pathLst>
              <a:path w="5093970" h="38100">
                <a:moveTo>
                  <a:pt x="5093493" y="38099"/>
                </a:moveTo>
                <a:lnTo>
                  <a:pt x="0" y="38099"/>
                </a:lnTo>
                <a:lnTo>
                  <a:pt x="0" y="0"/>
                </a:lnTo>
                <a:lnTo>
                  <a:pt x="5093493" y="0"/>
                </a:lnTo>
                <a:lnTo>
                  <a:pt x="5093493" y="38099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24617" y="4082805"/>
            <a:ext cx="5107940" cy="18402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b="1">
                <a:solidFill>
                  <a:srgbClr val="52586A"/>
                </a:solidFill>
                <a:latin typeface="Arial"/>
                <a:cs typeface="Arial"/>
              </a:rPr>
              <a:t>Student</a:t>
            </a:r>
            <a:r>
              <a:rPr dirty="0" sz="2600" spc="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52586A"/>
                </a:solidFill>
                <a:latin typeface="Arial"/>
                <a:cs typeface="Arial"/>
              </a:rPr>
              <a:t>Registration</a:t>
            </a:r>
            <a:endParaRPr sz="2600">
              <a:latin typeface="Arial"/>
              <a:cs typeface="Arial"/>
            </a:endParaRPr>
          </a:p>
          <a:p>
            <a:pPr marL="12700" marR="5080">
              <a:lnSpc>
                <a:spcPct val="131100"/>
              </a:lnSpc>
              <a:spcBef>
                <a:spcPts val="1465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Add students using menu options,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providing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unique</a:t>
            </a:r>
            <a:r>
              <a:rPr dirty="0" sz="2050" spc="-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IDs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050" spc="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names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to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build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the</a:t>
            </a:r>
            <a:r>
              <a:rPr dirty="0" sz="2050" spc="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class roster.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71123" y="3465461"/>
            <a:ext cx="31686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5">
                <a:solidFill>
                  <a:srgbClr val="52586A"/>
                </a:solidFill>
                <a:latin typeface="Arial MT"/>
                <a:cs typeface="Arial MT"/>
              </a:rPr>
              <a:t>02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283823" y="3910907"/>
            <a:ext cx="5093970" cy="38100"/>
          </a:xfrm>
          <a:custGeom>
            <a:avLst/>
            <a:gdLst/>
            <a:ahLst/>
            <a:cxnLst/>
            <a:rect l="l" t="t" r="r" b="b"/>
            <a:pathLst>
              <a:path w="5093970" h="38100">
                <a:moveTo>
                  <a:pt x="5093493" y="38099"/>
                </a:moveTo>
                <a:lnTo>
                  <a:pt x="0" y="38099"/>
                </a:lnTo>
                <a:lnTo>
                  <a:pt x="0" y="0"/>
                </a:lnTo>
                <a:lnTo>
                  <a:pt x="5093493" y="0"/>
                </a:lnTo>
                <a:lnTo>
                  <a:pt x="5093493" y="38099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271123" y="4082805"/>
            <a:ext cx="5063490" cy="18402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b="1">
                <a:solidFill>
                  <a:srgbClr val="52586A"/>
                </a:solidFill>
                <a:latin typeface="Arial"/>
                <a:cs typeface="Arial"/>
              </a:rPr>
              <a:t>Attendance</a:t>
            </a:r>
            <a:r>
              <a:rPr dirty="0" sz="2600" spc="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52586A"/>
                </a:solidFill>
                <a:latin typeface="Arial"/>
                <a:cs typeface="Arial"/>
              </a:rPr>
              <a:t>Marking</a:t>
            </a:r>
            <a:endParaRPr sz="2600">
              <a:latin typeface="Arial"/>
              <a:cs typeface="Arial"/>
            </a:endParaRPr>
          </a:p>
          <a:p>
            <a:pPr marL="12700" marR="5080">
              <a:lnSpc>
                <a:spcPct val="131100"/>
              </a:lnSpc>
              <a:spcBef>
                <a:spcPts val="1465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Mark daily attendance with simple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'y/n'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inputs for each student, recording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presence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or absence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efficiently.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37317" y="6913216"/>
            <a:ext cx="10440035" cy="38100"/>
          </a:xfrm>
          <a:custGeom>
            <a:avLst/>
            <a:gdLst/>
            <a:ahLst/>
            <a:cxnLst/>
            <a:rect l="l" t="t" r="r" b="b"/>
            <a:pathLst>
              <a:path w="10440035" h="38100">
                <a:moveTo>
                  <a:pt x="10439994" y="38099"/>
                </a:moveTo>
                <a:lnTo>
                  <a:pt x="0" y="38099"/>
                </a:lnTo>
                <a:lnTo>
                  <a:pt x="0" y="0"/>
                </a:lnTo>
                <a:lnTo>
                  <a:pt x="10439994" y="0"/>
                </a:lnTo>
                <a:lnTo>
                  <a:pt x="10439994" y="38099"/>
                </a:lnTo>
                <a:close/>
              </a:path>
            </a:pathLst>
          </a:custGeom>
          <a:solidFill>
            <a:srgbClr val="373B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924617" y="6467769"/>
            <a:ext cx="10363835" cy="20478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5">
                <a:solidFill>
                  <a:srgbClr val="52586A"/>
                </a:solidFill>
                <a:latin typeface="Arial MT"/>
                <a:cs typeface="Arial MT"/>
              </a:rPr>
              <a:t>03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600" b="1">
                <a:solidFill>
                  <a:srgbClr val="52586A"/>
                </a:solidFill>
                <a:latin typeface="Arial"/>
                <a:cs typeface="Arial"/>
              </a:rPr>
              <a:t>Report</a:t>
            </a:r>
            <a:r>
              <a:rPr dirty="0" sz="2600" spc="5" b="1">
                <a:solidFill>
                  <a:srgbClr val="52586A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52586A"/>
                </a:solidFill>
                <a:latin typeface="Arial"/>
                <a:cs typeface="Arial"/>
              </a:rPr>
              <a:t>Generation</a:t>
            </a:r>
            <a:endParaRPr sz="2600">
              <a:latin typeface="Arial"/>
              <a:cs typeface="Arial"/>
            </a:endParaRPr>
          </a:p>
          <a:p>
            <a:pPr marL="12700" marR="5080">
              <a:lnSpc>
                <a:spcPct val="131100"/>
              </a:lnSpc>
              <a:spcBef>
                <a:spcPts val="1465"/>
              </a:spcBef>
            </a:pP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View</a:t>
            </a:r>
            <a:r>
              <a:rPr dirty="0" sz="2050" spc="-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formatted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report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showing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Student ID,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Name,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and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calculated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Attendance</a:t>
            </a:r>
            <a:r>
              <a:rPr dirty="0" sz="2050" spc="5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Percentage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for</a:t>
            </a:r>
            <a:r>
              <a:rPr dirty="0" sz="2050" spc="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52586A"/>
                </a:solidFill>
                <a:latin typeface="Arial MT"/>
                <a:cs typeface="Arial MT"/>
              </a:rPr>
              <a:t>all</a:t>
            </a:r>
            <a:r>
              <a:rPr dirty="0" sz="2050" spc="10">
                <a:solidFill>
                  <a:srgbClr val="52586A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52586A"/>
                </a:solidFill>
                <a:latin typeface="Arial MT"/>
                <a:cs typeface="Arial MT"/>
              </a:rPr>
              <a:t>students.</a:t>
            </a:r>
            <a:endParaRPr sz="205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40190" y="2237479"/>
            <a:ext cx="5318674" cy="70899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0"/>
            <a:ext cx="6857998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4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Conclusion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733272" y="2063648"/>
            <a:ext cx="9963785" cy="1462405"/>
            <a:chOff x="733272" y="2063648"/>
            <a:chExt cx="9963785" cy="1462405"/>
          </a:xfrm>
        </p:grpSpPr>
        <p:sp>
          <p:nvSpPr>
            <p:cNvPr id="5" name="object 5" descr=""/>
            <p:cNvSpPr/>
            <p:nvPr/>
          </p:nvSpPr>
          <p:spPr>
            <a:xfrm>
              <a:off x="738035" y="2068411"/>
              <a:ext cx="9954260" cy="1452880"/>
            </a:xfrm>
            <a:custGeom>
              <a:avLst/>
              <a:gdLst/>
              <a:ahLst/>
              <a:cxnLst/>
              <a:rect l="l" t="t" r="r" b="b"/>
              <a:pathLst>
                <a:path w="9954260" h="1452879">
                  <a:moveTo>
                    <a:pt x="9864850" y="1452467"/>
                  </a:moveTo>
                  <a:lnTo>
                    <a:pt x="89058" y="1452467"/>
                  </a:lnTo>
                  <a:lnTo>
                    <a:pt x="54408" y="1445510"/>
                  </a:lnTo>
                  <a:lnTo>
                    <a:pt x="26098" y="1426535"/>
                  </a:lnTo>
                  <a:lnTo>
                    <a:pt x="7003" y="1398380"/>
                  </a:lnTo>
                  <a:lnTo>
                    <a:pt x="0" y="1363884"/>
                  </a:lnTo>
                  <a:lnTo>
                    <a:pt x="0" y="88582"/>
                  </a:lnTo>
                  <a:lnTo>
                    <a:pt x="7003" y="54087"/>
                  </a:lnTo>
                  <a:lnTo>
                    <a:pt x="26098" y="25931"/>
                  </a:lnTo>
                  <a:lnTo>
                    <a:pt x="54408" y="6956"/>
                  </a:lnTo>
                  <a:lnTo>
                    <a:pt x="89058" y="0"/>
                  </a:lnTo>
                  <a:lnTo>
                    <a:pt x="9864850" y="0"/>
                  </a:lnTo>
                  <a:lnTo>
                    <a:pt x="9899500" y="6956"/>
                  </a:lnTo>
                  <a:lnTo>
                    <a:pt x="9927810" y="25931"/>
                  </a:lnTo>
                  <a:lnTo>
                    <a:pt x="9946905" y="54087"/>
                  </a:lnTo>
                  <a:lnTo>
                    <a:pt x="9953909" y="88582"/>
                  </a:lnTo>
                  <a:lnTo>
                    <a:pt x="9953909" y="1363884"/>
                  </a:lnTo>
                  <a:lnTo>
                    <a:pt x="9946905" y="1398380"/>
                  </a:lnTo>
                  <a:lnTo>
                    <a:pt x="9927810" y="1426535"/>
                  </a:lnTo>
                  <a:lnTo>
                    <a:pt x="9899500" y="1445510"/>
                  </a:lnTo>
                  <a:lnTo>
                    <a:pt x="9864850" y="1452467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33272" y="2063648"/>
              <a:ext cx="9963785" cy="1462405"/>
            </a:xfrm>
            <a:custGeom>
              <a:avLst/>
              <a:gdLst/>
              <a:ahLst/>
              <a:cxnLst/>
              <a:rect l="l" t="t" r="r" b="b"/>
              <a:pathLst>
                <a:path w="9963785" h="1462404">
                  <a:moveTo>
                    <a:pt x="93821" y="1461937"/>
                  </a:moveTo>
                  <a:lnTo>
                    <a:pt x="57301" y="1454666"/>
                  </a:lnTo>
                  <a:lnTo>
                    <a:pt x="27479" y="1434679"/>
                  </a:lnTo>
                  <a:lnTo>
                    <a:pt x="7372" y="1405011"/>
                  </a:lnTo>
                  <a:lnTo>
                    <a:pt x="0" y="1368647"/>
                  </a:lnTo>
                  <a:lnTo>
                    <a:pt x="0" y="93345"/>
                  </a:lnTo>
                  <a:lnTo>
                    <a:pt x="27479" y="27312"/>
                  </a:lnTo>
                  <a:lnTo>
                    <a:pt x="93821" y="0"/>
                  </a:lnTo>
                  <a:lnTo>
                    <a:pt x="9869613" y="0"/>
                  </a:lnTo>
                  <a:lnTo>
                    <a:pt x="9869613" y="4762"/>
                  </a:lnTo>
                  <a:lnTo>
                    <a:pt x="93821" y="4762"/>
                  </a:lnTo>
                  <a:lnTo>
                    <a:pt x="93821" y="9525"/>
                  </a:lnTo>
                  <a:lnTo>
                    <a:pt x="34206" y="34075"/>
                  </a:lnTo>
                  <a:lnTo>
                    <a:pt x="9525" y="93345"/>
                  </a:lnTo>
                  <a:lnTo>
                    <a:pt x="9525" y="1368647"/>
                  </a:lnTo>
                  <a:lnTo>
                    <a:pt x="16146" y="1401273"/>
                  </a:lnTo>
                  <a:lnTo>
                    <a:pt x="34206" y="1427916"/>
                  </a:lnTo>
                  <a:lnTo>
                    <a:pt x="61000" y="1445880"/>
                  </a:lnTo>
                  <a:lnTo>
                    <a:pt x="93821" y="1452467"/>
                  </a:lnTo>
                  <a:lnTo>
                    <a:pt x="9909390" y="1452467"/>
                  </a:lnTo>
                  <a:lnTo>
                    <a:pt x="9906065" y="1454666"/>
                  </a:lnTo>
                  <a:lnTo>
                    <a:pt x="9893312" y="1457229"/>
                  </a:lnTo>
                  <a:lnTo>
                    <a:pt x="93821" y="1457229"/>
                  </a:lnTo>
                  <a:lnTo>
                    <a:pt x="93821" y="1461937"/>
                  </a:lnTo>
                  <a:close/>
                </a:path>
                <a:path w="9963785" h="1462404">
                  <a:moveTo>
                    <a:pt x="9909390" y="1452467"/>
                  </a:moveTo>
                  <a:lnTo>
                    <a:pt x="9869613" y="1452467"/>
                  </a:lnTo>
                  <a:lnTo>
                    <a:pt x="9902434" y="1445880"/>
                  </a:lnTo>
                  <a:lnTo>
                    <a:pt x="9929227" y="1427916"/>
                  </a:lnTo>
                  <a:lnTo>
                    <a:pt x="9947288" y="1401273"/>
                  </a:lnTo>
                  <a:lnTo>
                    <a:pt x="9953909" y="1368647"/>
                  </a:lnTo>
                  <a:lnTo>
                    <a:pt x="9953909" y="93345"/>
                  </a:lnTo>
                  <a:lnTo>
                    <a:pt x="9947288" y="60718"/>
                  </a:lnTo>
                  <a:lnTo>
                    <a:pt x="9929227" y="34075"/>
                  </a:lnTo>
                  <a:lnTo>
                    <a:pt x="9902434" y="16112"/>
                  </a:lnTo>
                  <a:lnTo>
                    <a:pt x="9869613" y="9525"/>
                  </a:lnTo>
                  <a:lnTo>
                    <a:pt x="93821" y="9525"/>
                  </a:lnTo>
                  <a:lnTo>
                    <a:pt x="93821" y="4762"/>
                  </a:lnTo>
                  <a:lnTo>
                    <a:pt x="9869613" y="4762"/>
                  </a:lnTo>
                  <a:lnTo>
                    <a:pt x="9869613" y="0"/>
                  </a:lnTo>
                  <a:lnTo>
                    <a:pt x="9906132" y="7325"/>
                  </a:lnTo>
                  <a:lnTo>
                    <a:pt x="9935954" y="27312"/>
                  </a:lnTo>
                  <a:lnTo>
                    <a:pt x="9956061" y="56980"/>
                  </a:lnTo>
                  <a:lnTo>
                    <a:pt x="9963434" y="93345"/>
                  </a:lnTo>
                  <a:lnTo>
                    <a:pt x="9963434" y="1368647"/>
                  </a:lnTo>
                  <a:lnTo>
                    <a:pt x="9956812" y="1401273"/>
                  </a:lnTo>
                  <a:lnTo>
                    <a:pt x="9956034" y="1405011"/>
                  </a:lnTo>
                  <a:lnTo>
                    <a:pt x="9935901" y="1434679"/>
                  </a:lnTo>
                  <a:lnTo>
                    <a:pt x="9909390" y="1452467"/>
                  </a:lnTo>
                  <a:close/>
                </a:path>
                <a:path w="9963785" h="1462404">
                  <a:moveTo>
                    <a:pt x="9869613" y="1461937"/>
                  </a:moveTo>
                  <a:lnTo>
                    <a:pt x="93832" y="1461937"/>
                  </a:lnTo>
                  <a:lnTo>
                    <a:pt x="93821" y="1457229"/>
                  </a:lnTo>
                  <a:lnTo>
                    <a:pt x="9869613" y="1457229"/>
                  </a:lnTo>
                  <a:lnTo>
                    <a:pt x="9869613" y="1461937"/>
                  </a:lnTo>
                  <a:close/>
                </a:path>
                <a:path w="9963785" h="1462404">
                  <a:moveTo>
                    <a:pt x="9869887" y="1461937"/>
                  </a:moveTo>
                  <a:lnTo>
                    <a:pt x="9869613" y="1461937"/>
                  </a:lnTo>
                  <a:lnTo>
                    <a:pt x="9869613" y="1457229"/>
                  </a:lnTo>
                  <a:lnTo>
                    <a:pt x="9893312" y="1457229"/>
                  </a:lnTo>
                  <a:lnTo>
                    <a:pt x="9869887" y="1461937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733272" y="3672782"/>
            <a:ext cx="9963785" cy="1462405"/>
            <a:chOff x="733272" y="3672782"/>
            <a:chExt cx="9963785" cy="1462405"/>
          </a:xfrm>
        </p:grpSpPr>
        <p:sp>
          <p:nvSpPr>
            <p:cNvPr id="8" name="object 8" descr=""/>
            <p:cNvSpPr/>
            <p:nvPr/>
          </p:nvSpPr>
          <p:spPr>
            <a:xfrm>
              <a:off x="738035" y="3677545"/>
              <a:ext cx="9954260" cy="1452880"/>
            </a:xfrm>
            <a:custGeom>
              <a:avLst/>
              <a:gdLst/>
              <a:ahLst/>
              <a:cxnLst/>
              <a:rect l="l" t="t" r="r" b="b"/>
              <a:pathLst>
                <a:path w="9954260" h="1452879">
                  <a:moveTo>
                    <a:pt x="9864850" y="1452467"/>
                  </a:moveTo>
                  <a:lnTo>
                    <a:pt x="89058" y="1452467"/>
                  </a:lnTo>
                  <a:lnTo>
                    <a:pt x="54408" y="1445511"/>
                  </a:lnTo>
                  <a:lnTo>
                    <a:pt x="26098" y="1426535"/>
                  </a:lnTo>
                  <a:lnTo>
                    <a:pt x="7003" y="1398380"/>
                  </a:lnTo>
                  <a:lnTo>
                    <a:pt x="0" y="1363884"/>
                  </a:lnTo>
                  <a:lnTo>
                    <a:pt x="0" y="88582"/>
                  </a:lnTo>
                  <a:lnTo>
                    <a:pt x="7003" y="54087"/>
                  </a:lnTo>
                  <a:lnTo>
                    <a:pt x="26098" y="25931"/>
                  </a:lnTo>
                  <a:lnTo>
                    <a:pt x="54408" y="6956"/>
                  </a:lnTo>
                  <a:lnTo>
                    <a:pt x="89058" y="0"/>
                  </a:lnTo>
                  <a:lnTo>
                    <a:pt x="9864850" y="0"/>
                  </a:lnTo>
                  <a:lnTo>
                    <a:pt x="9899500" y="6956"/>
                  </a:lnTo>
                  <a:lnTo>
                    <a:pt x="9927810" y="25931"/>
                  </a:lnTo>
                  <a:lnTo>
                    <a:pt x="9946905" y="54087"/>
                  </a:lnTo>
                  <a:lnTo>
                    <a:pt x="9953909" y="88582"/>
                  </a:lnTo>
                  <a:lnTo>
                    <a:pt x="9953909" y="1363884"/>
                  </a:lnTo>
                  <a:lnTo>
                    <a:pt x="9946905" y="1398380"/>
                  </a:lnTo>
                  <a:lnTo>
                    <a:pt x="9927810" y="1426535"/>
                  </a:lnTo>
                  <a:lnTo>
                    <a:pt x="9899500" y="1445511"/>
                  </a:lnTo>
                  <a:lnTo>
                    <a:pt x="9864850" y="1452467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33272" y="3672782"/>
              <a:ext cx="9963785" cy="1462405"/>
            </a:xfrm>
            <a:custGeom>
              <a:avLst/>
              <a:gdLst/>
              <a:ahLst/>
              <a:cxnLst/>
              <a:rect l="l" t="t" r="r" b="b"/>
              <a:pathLst>
                <a:path w="9963785" h="1462404">
                  <a:moveTo>
                    <a:pt x="93821" y="1461937"/>
                  </a:moveTo>
                  <a:lnTo>
                    <a:pt x="57301" y="1454667"/>
                  </a:lnTo>
                  <a:lnTo>
                    <a:pt x="27479" y="1434679"/>
                  </a:lnTo>
                  <a:lnTo>
                    <a:pt x="7372" y="1405011"/>
                  </a:lnTo>
                  <a:lnTo>
                    <a:pt x="0" y="1368647"/>
                  </a:lnTo>
                  <a:lnTo>
                    <a:pt x="0" y="93345"/>
                  </a:lnTo>
                  <a:lnTo>
                    <a:pt x="7372" y="56980"/>
                  </a:lnTo>
                  <a:lnTo>
                    <a:pt x="27479" y="27313"/>
                  </a:lnTo>
                  <a:lnTo>
                    <a:pt x="57301" y="7325"/>
                  </a:lnTo>
                  <a:lnTo>
                    <a:pt x="93821" y="0"/>
                  </a:lnTo>
                  <a:lnTo>
                    <a:pt x="9869613" y="0"/>
                  </a:lnTo>
                  <a:lnTo>
                    <a:pt x="9869613" y="4762"/>
                  </a:lnTo>
                  <a:lnTo>
                    <a:pt x="93821" y="4762"/>
                  </a:lnTo>
                  <a:lnTo>
                    <a:pt x="93821" y="9525"/>
                  </a:lnTo>
                  <a:lnTo>
                    <a:pt x="61000" y="16112"/>
                  </a:lnTo>
                  <a:lnTo>
                    <a:pt x="34206" y="34075"/>
                  </a:lnTo>
                  <a:lnTo>
                    <a:pt x="16146" y="60718"/>
                  </a:lnTo>
                  <a:lnTo>
                    <a:pt x="9525" y="93345"/>
                  </a:lnTo>
                  <a:lnTo>
                    <a:pt x="9525" y="1368647"/>
                  </a:lnTo>
                  <a:lnTo>
                    <a:pt x="16146" y="1401273"/>
                  </a:lnTo>
                  <a:lnTo>
                    <a:pt x="34206" y="1427916"/>
                  </a:lnTo>
                  <a:lnTo>
                    <a:pt x="61000" y="1445880"/>
                  </a:lnTo>
                  <a:lnTo>
                    <a:pt x="93821" y="1452467"/>
                  </a:lnTo>
                  <a:lnTo>
                    <a:pt x="9909390" y="1452467"/>
                  </a:lnTo>
                  <a:lnTo>
                    <a:pt x="9906065" y="1454667"/>
                  </a:lnTo>
                  <a:lnTo>
                    <a:pt x="9893312" y="1457229"/>
                  </a:lnTo>
                  <a:lnTo>
                    <a:pt x="93821" y="1457229"/>
                  </a:lnTo>
                  <a:lnTo>
                    <a:pt x="93821" y="1461937"/>
                  </a:lnTo>
                  <a:close/>
                </a:path>
                <a:path w="9963785" h="1462404">
                  <a:moveTo>
                    <a:pt x="9909390" y="1452467"/>
                  </a:moveTo>
                  <a:lnTo>
                    <a:pt x="9869613" y="1452467"/>
                  </a:lnTo>
                  <a:lnTo>
                    <a:pt x="9902434" y="1445880"/>
                  </a:lnTo>
                  <a:lnTo>
                    <a:pt x="9929227" y="1427916"/>
                  </a:lnTo>
                  <a:lnTo>
                    <a:pt x="9947288" y="1401273"/>
                  </a:lnTo>
                  <a:lnTo>
                    <a:pt x="9953909" y="1368647"/>
                  </a:lnTo>
                  <a:lnTo>
                    <a:pt x="9953909" y="93345"/>
                  </a:lnTo>
                  <a:lnTo>
                    <a:pt x="9947288" y="60718"/>
                  </a:lnTo>
                  <a:lnTo>
                    <a:pt x="9929227" y="34075"/>
                  </a:lnTo>
                  <a:lnTo>
                    <a:pt x="9902434" y="16112"/>
                  </a:lnTo>
                  <a:lnTo>
                    <a:pt x="9869613" y="9525"/>
                  </a:lnTo>
                  <a:lnTo>
                    <a:pt x="93821" y="9525"/>
                  </a:lnTo>
                  <a:lnTo>
                    <a:pt x="93821" y="4762"/>
                  </a:lnTo>
                  <a:lnTo>
                    <a:pt x="9869613" y="4762"/>
                  </a:lnTo>
                  <a:lnTo>
                    <a:pt x="9869613" y="0"/>
                  </a:lnTo>
                  <a:lnTo>
                    <a:pt x="9906132" y="7325"/>
                  </a:lnTo>
                  <a:lnTo>
                    <a:pt x="9935954" y="27313"/>
                  </a:lnTo>
                  <a:lnTo>
                    <a:pt x="9956061" y="56980"/>
                  </a:lnTo>
                  <a:lnTo>
                    <a:pt x="9963434" y="93345"/>
                  </a:lnTo>
                  <a:lnTo>
                    <a:pt x="9963434" y="1368647"/>
                  </a:lnTo>
                  <a:lnTo>
                    <a:pt x="9956812" y="1401273"/>
                  </a:lnTo>
                  <a:lnTo>
                    <a:pt x="9956034" y="1405011"/>
                  </a:lnTo>
                  <a:lnTo>
                    <a:pt x="9935901" y="1434679"/>
                  </a:lnTo>
                  <a:lnTo>
                    <a:pt x="9909390" y="1452467"/>
                  </a:lnTo>
                  <a:close/>
                </a:path>
                <a:path w="9963785" h="1462404">
                  <a:moveTo>
                    <a:pt x="9869613" y="1461937"/>
                  </a:moveTo>
                  <a:lnTo>
                    <a:pt x="93832" y="1461937"/>
                  </a:lnTo>
                  <a:lnTo>
                    <a:pt x="93821" y="1457229"/>
                  </a:lnTo>
                  <a:lnTo>
                    <a:pt x="9869613" y="1457229"/>
                  </a:lnTo>
                  <a:lnTo>
                    <a:pt x="9869613" y="1461937"/>
                  </a:lnTo>
                  <a:close/>
                </a:path>
                <a:path w="9963785" h="1462404">
                  <a:moveTo>
                    <a:pt x="9869888" y="1461937"/>
                  </a:moveTo>
                  <a:lnTo>
                    <a:pt x="9869613" y="1461937"/>
                  </a:lnTo>
                  <a:lnTo>
                    <a:pt x="9869613" y="1457229"/>
                  </a:lnTo>
                  <a:lnTo>
                    <a:pt x="9893312" y="1457229"/>
                  </a:lnTo>
                  <a:lnTo>
                    <a:pt x="9869888" y="1461937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733272" y="5281907"/>
            <a:ext cx="9963785" cy="1462405"/>
            <a:chOff x="733272" y="5281907"/>
            <a:chExt cx="9963785" cy="1462405"/>
          </a:xfrm>
        </p:grpSpPr>
        <p:sp>
          <p:nvSpPr>
            <p:cNvPr id="11" name="object 11" descr=""/>
            <p:cNvSpPr/>
            <p:nvPr/>
          </p:nvSpPr>
          <p:spPr>
            <a:xfrm>
              <a:off x="738035" y="5286670"/>
              <a:ext cx="9954260" cy="1452880"/>
            </a:xfrm>
            <a:custGeom>
              <a:avLst/>
              <a:gdLst/>
              <a:ahLst/>
              <a:cxnLst/>
              <a:rect l="l" t="t" r="r" b="b"/>
              <a:pathLst>
                <a:path w="9954260" h="1452879">
                  <a:moveTo>
                    <a:pt x="9864850" y="1452467"/>
                  </a:moveTo>
                  <a:lnTo>
                    <a:pt x="89058" y="1452467"/>
                  </a:lnTo>
                  <a:lnTo>
                    <a:pt x="54408" y="1445511"/>
                  </a:lnTo>
                  <a:lnTo>
                    <a:pt x="26098" y="1426535"/>
                  </a:lnTo>
                  <a:lnTo>
                    <a:pt x="7003" y="1398380"/>
                  </a:lnTo>
                  <a:lnTo>
                    <a:pt x="0" y="1363884"/>
                  </a:lnTo>
                  <a:lnTo>
                    <a:pt x="0" y="88582"/>
                  </a:lnTo>
                  <a:lnTo>
                    <a:pt x="7003" y="54087"/>
                  </a:lnTo>
                  <a:lnTo>
                    <a:pt x="26098" y="25931"/>
                  </a:lnTo>
                  <a:lnTo>
                    <a:pt x="54408" y="6956"/>
                  </a:lnTo>
                  <a:lnTo>
                    <a:pt x="89058" y="0"/>
                  </a:lnTo>
                  <a:lnTo>
                    <a:pt x="9864850" y="0"/>
                  </a:lnTo>
                  <a:lnTo>
                    <a:pt x="9899500" y="6956"/>
                  </a:lnTo>
                  <a:lnTo>
                    <a:pt x="9927810" y="25931"/>
                  </a:lnTo>
                  <a:lnTo>
                    <a:pt x="9946905" y="54087"/>
                  </a:lnTo>
                  <a:lnTo>
                    <a:pt x="9953909" y="88582"/>
                  </a:lnTo>
                  <a:lnTo>
                    <a:pt x="9953909" y="1363884"/>
                  </a:lnTo>
                  <a:lnTo>
                    <a:pt x="9946905" y="1398380"/>
                  </a:lnTo>
                  <a:lnTo>
                    <a:pt x="9927810" y="1426535"/>
                  </a:lnTo>
                  <a:lnTo>
                    <a:pt x="9899500" y="1445511"/>
                  </a:lnTo>
                  <a:lnTo>
                    <a:pt x="9864850" y="1452467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33272" y="5281907"/>
              <a:ext cx="9963785" cy="1462405"/>
            </a:xfrm>
            <a:custGeom>
              <a:avLst/>
              <a:gdLst/>
              <a:ahLst/>
              <a:cxnLst/>
              <a:rect l="l" t="t" r="r" b="b"/>
              <a:pathLst>
                <a:path w="9963785" h="1462404">
                  <a:moveTo>
                    <a:pt x="93821" y="1461937"/>
                  </a:moveTo>
                  <a:lnTo>
                    <a:pt x="57301" y="1454667"/>
                  </a:lnTo>
                  <a:lnTo>
                    <a:pt x="27479" y="1434679"/>
                  </a:lnTo>
                  <a:lnTo>
                    <a:pt x="7372" y="1405012"/>
                  </a:lnTo>
                  <a:lnTo>
                    <a:pt x="0" y="1368647"/>
                  </a:lnTo>
                  <a:lnTo>
                    <a:pt x="0" y="93345"/>
                  </a:lnTo>
                  <a:lnTo>
                    <a:pt x="27479" y="27312"/>
                  </a:lnTo>
                  <a:lnTo>
                    <a:pt x="93821" y="0"/>
                  </a:lnTo>
                  <a:lnTo>
                    <a:pt x="9869613" y="0"/>
                  </a:lnTo>
                  <a:lnTo>
                    <a:pt x="9869613" y="4762"/>
                  </a:lnTo>
                  <a:lnTo>
                    <a:pt x="93821" y="4762"/>
                  </a:lnTo>
                  <a:lnTo>
                    <a:pt x="93821" y="9525"/>
                  </a:lnTo>
                  <a:lnTo>
                    <a:pt x="61000" y="16112"/>
                  </a:lnTo>
                  <a:lnTo>
                    <a:pt x="34206" y="34075"/>
                  </a:lnTo>
                  <a:lnTo>
                    <a:pt x="16146" y="60718"/>
                  </a:lnTo>
                  <a:lnTo>
                    <a:pt x="9525" y="93345"/>
                  </a:lnTo>
                  <a:lnTo>
                    <a:pt x="9525" y="1368647"/>
                  </a:lnTo>
                  <a:lnTo>
                    <a:pt x="16146" y="1401273"/>
                  </a:lnTo>
                  <a:lnTo>
                    <a:pt x="34206" y="1427916"/>
                  </a:lnTo>
                  <a:lnTo>
                    <a:pt x="61000" y="1445880"/>
                  </a:lnTo>
                  <a:lnTo>
                    <a:pt x="93821" y="1452467"/>
                  </a:lnTo>
                  <a:lnTo>
                    <a:pt x="9909390" y="1452467"/>
                  </a:lnTo>
                  <a:lnTo>
                    <a:pt x="9906065" y="1454667"/>
                  </a:lnTo>
                  <a:lnTo>
                    <a:pt x="9893312" y="1457229"/>
                  </a:lnTo>
                  <a:lnTo>
                    <a:pt x="93821" y="1457229"/>
                  </a:lnTo>
                  <a:lnTo>
                    <a:pt x="93821" y="1461937"/>
                  </a:lnTo>
                  <a:close/>
                </a:path>
                <a:path w="9963785" h="1462404">
                  <a:moveTo>
                    <a:pt x="9909390" y="1452467"/>
                  </a:moveTo>
                  <a:lnTo>
                    <a:pt x="9869613" y="1452467"/>
                  </a:lnTo>
                  <a:lnTo>
                    <a:pt x="9902434" y="1445880"/>
                  </a:lnTo>
                  <a:lnTo>
                    <a:pt x="9929227" y="1427916"/>
                  </a:lnTo>
                  <a:lnTo>
                    <a:pt x="9947288" y="1401273"/>
                  </a:lnTo>
                  <a:lnTo>
                    <a:pt x="9953909" y="1368647"/>
                  </a:lnTo>
                  <a:lnTo>
                    <a:pt x="9953909" y="93345"/>
                  </a:lnTo>
                  <a:lnTo>
                    <a:pt x="9947288" y="60718"/>
                  </a:lnTo>
                  <a:lnTo>
                    <a:pt x="9929227" y="34075"/>
                  </a:lnTo>
                  <a:lnTo>
                    <a:pt x="9902434" y="16112"/>
                  </a:lnTo>
                  <a:lnTo>
                    <a:pt x="9869613" y="9525"/>
                  </a:lnTo>
                  <a:lnTo>
                    <a:pt x="93821" y="9525"/>
                  </a:lnTo>
                  <a:lnTo>
                    <a:pt x="93821" y="4762"/>
                  </a:lnTo>
                  <a:lnTo>
                    <a:pt x="9869613" y="4762"/>
                  </a:lnTo>
                  <a:lnTo>
                    <a:pt x="9869613" y="0"/>
                  </a:lnTo>
                  <a:lnTo>
                    <a:pt x="9906132" y="7325"/>
                  </a:lnTo>
                  <a:lnTo>
                    <a:pt x="9935954" y="27312"/>
                  </a:lnTo>
                  <a:lnTo>
                    <a:pt x="9956061" y="56980"/>
                  </a:lnTo>
                  <a:lnTo>
                    <a:pt x="9963434" y="93345"/>
                  </a:lnTo>
                  <a:lnTo>
                    <a:pt x="9963434" y="1368647"/>
                  </a:lnTo>
                  <a:lnTo>
                    <a:pt x="9956812" y="1401273"/>
                  </a:lnTo>
                  <a:lnTo>
                    <a:pt x="9956034" y="1405012"/>
                  </a:lnTo>
                  <a:lnTo>
                    <a:pt x="9935901" y="1434679"/>
                  </a:lnTo>
                  <a:lnTo>
                    <a:pt x="9909390" y="1452467"/>
                  </a:lnTo>
                  <a:close/>
                </a:path>
                <a:path w="9963785" h="1462404">
                  <a:moveTo>
                    <a:pt x="9869613" y="1461937"/>
                  </a:moveTo>
                  <a:lnTo>
                    <a:pt x="93832" y="1461937"/>
                  </a:lnTo>
                  <a:lnTo>
                    <a:pt x="93821" y="1457229"/>
                  </a:lnTo>
                  <a:lnTo>
                    <a:pt x="9869613" y="1457229"/>
                  </a:lnTo>
                  <a:lnTo>
                    <a:pt x="9869613" y="1461937"/>
                  </a:lnTo>
                  <a:close/>
                </a:path>
                <a:path w="9963785" h="1462404">
                  <a:moveTo>
                    <a:pt x="9869887" y="1461937"/>
                  </a:moveTo>
                  <a:lnTo>
                    <a:pt x="9869613" y="1461937"/>
                  </a:lnTo>
                  <a:lnTo>
                    <a:pt x="9869613" y="1457229"/>
                  </a:lnTo>
                  <a:lnTo>
                    <a:pt x="9893312" y="1457229"/>
                  </a:lnTo>
                  <a:lnTo>
                    <a:pt x="9869887" y="1461937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733272" y="6891042"/>
            <a:ext cx="9963785" cy="1462405"/>
            <a:chOff x="733272" y="6891042"/>
            <a:chExt cx="9963785" cy="1462405"/>
          </a:xfrm>
        </p:grpSpPr>
        <p:sp>
          <p:nvSpPr>
            <p:cNvPr id="14" name="object 14" descr=""/>
            <p:cNvSpPr/>
            <p:nvPr/>
          </p:nvSpPr>
          <p:spPr>
            <a:xfrm>
              <a:off x="738035" y="6895804"/>
              <a:ext cx="9954260" cy="1452880"/>
            </a:xfrm>
            <a:custGeom>
              <a:avLst/>
              <a:gdLst/>
              <a:ahLst/>
              <a:cxnLst/>
              <a:rect l="l" t="t" r="r" b="b"/>
              <a:pathLst>
                <a:path w="9954260" h="1452879">
                  <a:moveTo>
                    <a:pt x="9864850" y="1452466"/>
                  </a:moveTo>
                  <a:lnTo>
                    <a:pt x="89058" y="1452466"/>
                  </a:lnTo>
                  <a:lnTo>
                    <a:pt x="54408" y="1445510"/>
                  </a:lnTo>
                  <a:lnTo>
                    <a:pt x="26098" y="1426535"/>
                  </a:lnTo>
                  <a:lnTo>
                    <a:pt x="7003" y="1398379"/>
                  </a:lnTo>
                  <a:lnTo>
                    <a:pt x="0" y="1363884"/>
                  </a:lnTo>
                  <a:lnTo>
                    <a:pt x="0" y="88582"/>
                  </a:lnTo>
                  <a:lnTo>
                    <a:pt x="7003" y="54087"/>
                  </a:lnTo>
                  <a:lnTo>
                    <a:pt x="26098" y="25931"/>
                  </a:lnTo>
                  <a:lnTo>
                    <a:pt x="54408" y="6956"/>
                  </a:lnTo>
                  <a:lnTo>
                    <a:pt x="89058" y="0"/>
                  </a:lnTo>
                  <a:lnTo>
                    <a:pt x="9864850" y="0"/>
                  </a:lnTo>
                  <a:lnTo>
                    <a:pt x="9899500" y="6956"/>
                  </a:lnTo>
                  <a:lnTo>
                    <a:pt x="9927810" y="25931"/>
                  </a:lnTo>
                  <a:lnTo>
                    <a:pt x="9946905" y="54087"/>
                  </a:lnTo>
                  <a:lnTo>
                    <a:pt x="9953909" y="88582"/>
                  </a:lnTo>
                  <a:lnTo>
                    <a:pt x="9953909" y="1363884"/>
                  </a:lnTo>
                  <a:lnTo>
                    <a:pt x="9946905" y="1398379"/>
                  </a:lnTo>
                  <a:lnTo>
                    <a:pt x="9927810" y="1426535"/>
                  </a:lnTo>
                  <a:lnTo>
                    <a:pt x="9899500" y="1445510"/>
                  </a:lnTo>
                  <a:lnTo>
                    <a:pt x="9864850" y="1452466"/>
                  </a:lnTo>
                  <a:close/>
                </a:path>
              </a:pathLst>
            </a:custGeom>
            <a:solidFill>
              <a:srgbClr val="E2E3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33272" y="6891042"/>
              <a:ext cx="9963785" cy="1462405"/>
            </a:xfrm>
            <a:custGeom>
              <a:avLst/>
              <a:gdLst/>
              <a:ahLst/>
              <a:cxnLst/>
              <a:rect l="l" t="t" r="r" b="b"/>
              <a:pathLst>
                <a:path w="9963785" h="1462404">
                  <a:moveTo>
                    <a:pt x="93821" y="1461937"/>
                  </a:moveTo>
                  <a:lnTo>
                    <a:pt x="57301" y="1454666"/>
                  </a:lnTo>
                  <a:lnTo>
                    <a:pt x="27479" y="1434679"/>
                  </a:lnTo>
                  <a:lnTo>
                    <a:pt x="7372" y="1405011"/>
                  </a:lnTo>
                  <a:lnTo>
                    <a:pt x="0" y="1368647"/>
                  </a:lnTo>
                  <a:lnTo>
                    <a:pt x="0" y="93345"/>
                  </a:lnTo>
                  <a:lnTo>
                    <a:pt x="27479" y="27313"/>
                  </a:lnTo>
                  <a:lnTo>
                    <a:pt x="93821" y="0"/>
                  </a:lnTo>
                  <a:lnTo>
                    <a:pt x="9869613" y="0"/>
                  </a:lnTo>
                  <a:lnTo>
                    <a:pt x="9869613" y="4762"/>
                  </a:lnTo>
                  <a:lnTo>
                    <a:pt x="93821" y="4762"/>
                  </a:lnTo>
                  <a:lnTo>
                    <a:pt x="93821" y="9525"/>
                  </a:lnTo>
                  <a:lnTo>
                    <a:pt x="61000" y="16112"/>
                  </a:lnTo>
                  <a:lnTo>
                    <a:pt x="34206" y="34075"/>
                  </a:lnTo>
                  <a:lnTo>
                    <a:pt x="16146" y="60719"/>
                  </a:lnTo>
                  <a:lnTo>
                    <a:pt x="9525" y="93345"/>
                  </a:lnTo>
                  <a:lnTo>
                    <a:pt x="9525" y="1368647"/>
                  </a:lnTo>
                  <a:lnTo>
                    <a:pt x="16146" y="1401273"/>
                  </a:lnTo>
                  <a:lnTo>
                    <a:pt x="34206" y="1427916"/>
                  </a:lnTo>
                  <a:lnTo>
                    <a:pt x="61000" y="1445880"/>
                  </a:lnTo>
                  <a:lnTo>
                    <a:pt x="93821" y="1452467"/>
                  </a:lnTo>
                  <a:lnTo>
                    <a:pt x="9909390" y="1452467"/>
                  </a:lnTo>
                  <a:lnTo>
                    <a:pt x="9906066" y="1454666"/>
                  </a:lnTo>
                  <a:lnTo>
                    <a:pt x="9893312" y="1457229"/>
                  </a:lnTo>
                  <a:lnTo>
                    <a:pt x="93821" y="1457229"/>
                  </a:lnTo>
                  <a:lnTo>
                    <a:pt x="93821" y="1461937"/>
                  </a:lnTo>
                  <a:close/>
                </a:path>
                <a:path w="9963785" h="1462404">
                  <a:moveTo>
                    <a:pt x="9909390" y="1452467"/>
                  </a:moveTo>
                  <a:lnTo>
                    <a:pt x="9869613" y="1452467"/>
                  </a:lnTo>
                  <a:lnTo>
                    <a:pt x="9902434" y="1445880"/>
                  </a:lnTo>
                  <a:lnTo>
                    <a:pt x="9929227" y="1427916"/>
                  </a:lnTo>
                  <a:lnTo>
                    <a:pt x="9947288" y="1401273"/>
                  </a:lnTo>
                  <a:lnTo>
                    <a:pt x="9953909" y="1368647"/>
                  </a:lnTo>
                  <a:lnTo>
                    <a:pt x="9953909" y="93345"/>
                  </a:lnTo>
                  <a:lnTo>
                    <a:pt x="9947288" y="60719"/>
                  </a:lnTo>
                  <a:lnTo>
                    <a:pt x="9929227" y="34075"/>
                  </a:lnTo>
                  <a:lnTo>
                    <a:pt x="9902434" y="16112"/>
                  </a:lnTo>
                  <a:lnTo>
                    <a:pt x="9869613" y="9525"/>
                  </a:lnTo>
                  <a:lnTo>
                    <a:pt x="93821" y="9525"/>
                  </a:lnTo>
                  <a:lnTo>
                    <a:pt x="93821" y="4762"/>
                  </a:lnTo>
                  <a:lnTo>
                    <a:pt x="9869613" y="4762"/>
                  </a:lnTo>
                  <a:lnTo>
                    <a:pt x="9869613" y="0"/>
                  </a:lnTo>
                  <a:lnTo>
                    <a:pt x="9906132" y="7325"/>
                  </a:lnTo>
                  <a:lnTo>
                    <a:pt x="9935954" y="27313"/>
                  </a:lnTo>
                  <a:lnTo>
                    <a:pt x="9956061" y="56980"/>
                  </a:lnTo>
                  <a:lnTo>
                    <a:pt x="9963434" y="93345"/>
                  </a:lnTo>
                  <a:lnTo>
                    <a:pt x="9963434" y="1368647"/>
                  </a:lnTo>
                  <a:lnTo>
                    <a:pt x="9956812" y="1401273"/>
                  </a:lnTo>
                  <a:lnTo>
                    <a:pt x="9956034" y="1405011"/>
                  </a:lnTo>
                  <a:lnTo>
                    <a:pt x="9935901" y="1434679"/>
                  </a:lnTo>
                  <a:lnTo>
                    <a:pt x="9909390" y="1452467"/>
                  </a:lnTo>
                  <a:close/>
                </a:path>
                <a:path w="9963785" h="1462404">
                  <a:moveTo>
                    <a:pt x="9869613" y="1461937"/>
                  </a:moveTo>
                  <a:lnTo>
                    <a:pt x="93832" y="1461937"/>
                  </a:lnTo>
                  <a:lnTo>
                    <a:pt x="93821" y="1457229"/>
                  </a:lnTo>
                  <a:lnTo>
                    <a:pt x="9869613" y="1457229"/>
                  </a:lnTo>
                  <a:lnTo>
                    <a:pt x="9869613" y="1461937"/>
                  </a:lnTo>
                  <a:close/>
                </a:path>
                <a:path w="9963785" h="1462404">
                  <a:moveTo>
                    <a:pt x="9869887" y="1461937"/>
                  </a:moveTo>
                  <a:lnTo>
                    <a:pt x="9869613" y="1461937"/>
                  </a:lnTo>
                  <a:lnTo>
                    <a:pt x="9869613" y="1457229"/>
                  </a:lnTo>
                  <a:lnTo>
                    <a:pt x="9893312" y="1457229"/>
                  </a:lnTo>
                  <a:lnTo>
                    <a:pt x="9869887" y="1461937"/>
                  </a:lnTo>
                  <a:close/>
                </a:path>
              </a:pathLst>
            </a:custGeom>
            <a:solidFill>
              <a:srgbClr val="C7CA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2400" rIns="0" bIns="0" rtlCol="0" vert="horz">
            <a:spAutoFit/>
          </a:bodyPr>
          <a:lstStyle/>
          <a:p>
            <a:pPr marL="233045">
              <a:lnSpc>
                <a:spcPct val="100000"/>
              </a:lnSpc>
              <a:spcBef>
                <a:spcPts val="1200"/>
              </a:spcBef>
            </a:pPr>
            <a:r>
              <a:rPr dirty="0"/>
              <a:t>Efficient &amp; User-</a:t>
            </a:r>
            <a:r>
              <a:rPr dirty="0" spc="-10"/>
              <a:t>Friendly</a:t>
            </a:r>
          </a:p>
          <a:p>
            <a:pPr marL="233045" marR="5080">
              <a:lnSpc>
                <a:spcPct val="117200"/>
              </a:lnSpc>
              <a:spcBef>
                <a:spcPts val="560"/>
              </a:spcBef>
            </a:pPr>
            <a:r>
              <a:rPr dirty="0" sz="1600" b="0">
                <a:latin typeface="Arial MT"/>
                <a:cs typeface="Arial MT"/>
              </a:rPr>
              <a:t>Streamlined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interface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reduces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attendance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marking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time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from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minutes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to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seconds,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improving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spc="-10" b="0">
                <a:latin typeface="Arial MT"/>
                <a:cs typeface="Arial MT"/>
              </a:rPr>
              <a:t>classroom </a:t>
            </a:r>
            <a:r>
              <a:rPr dirty="0" sz="1600" b="0">
                <a:latin typeface="Arial MT"/>
                <a:cs typeface="Arial MT"/>
              </a:rPr>
              <a:t>efficiency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spc="-10" b="0">
                <a:latin typeface="Arial MT"/>
                <a:cs typeface="Arial MT"/>
              </a:rPr>
              <a:t>significantly.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1600">
              <a:latin typeface="Arial MT"/>
              <a:cs typeface="Arial MT"/>
            </a:endParaRPr>
          </a:p>
          <a:p>
            <a:pPr marL="233045">
              <a:lnSpc>
                <a:spcPct val="100000"/>
              </a:lnSpc>
              <a:spcBef>
                <a:spcPts val="5"/>
              </a:spcBef>
            </a:pPr>
            <a:r>
              <a:rPr dirty="0"/>
              <a:t>Reduced </a:t>
            </a:r>
            <a:r>
              <a:rPr dirty="0" spc="-10"/>
              <a:t>Errors</a:t>
            </a:r>
          </a:p>
          <a:p>
            <a:pPr marL="233045" marR="737235">
              <a:lnSpc>
                <a:spcPct val="117200"/>
              </a:lnSpc>
              <a:spcBef>
                <a:spcPts val="555"/>
              </a:spcBef>
            </a:pPr>
            <a:r>
              <a:rPr dirty="0" sz="1600" b="0">
                <a:latin typeface="Arial MT"/>
                <a:cs typeface="Arial MT"/>
              </a:rPr>
              <a:t>Automated</a:t>
            </a:r>
            <a:r>
              <a:rPr dirty="0" sz="1600" spc="3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calculations</a:t>
            </a:r>
            <a:r>
              <a:rPr dirty="0" sz="1600" spc="3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eliminate</a:t>
            </a:r>
            <a:r>
              <a:rPr dirty="0" sz="1600" spc="3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manual</a:t>
            </a:r>
            <a:r>
              <a:rPr dirty="0" sz="1600" spc="4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computation</a:t>
            </a:r>
            <a:r>
              <a:rPr dirty="0" sz="1600" spc="3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mistakes,</a:t>
            </a:r>
            <a:r>
              <a:rPr dirty="0" sz="1600" spc="3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ensuring</a:t>
            </a:r>
            <a:r>
              <a:rPr dirty="0" sz="1600" spc="4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accurate</a:t>
            </a:r>
            <a:r>
              <a:rPr dirty="0" sz="1600" spc="35" b="0">
                <a:latin typeface="Arial MT"/>
                <a:cs typeface="Arial MT"/>
              </a:rPr>
              <a:t> </a:t>
            </a:r>
            <a:r>
              <a:rPr dirty="0" sz="1600" spc="-10" b="0">
                <a:latin typeface="Arial MT"/>
                <a:cs typeface="Arial MT"/>
              </a:rPr>
              <a:t>attendance </a:t>
            </a:r>
            <a:r>
              <a:rPr dirty="0" sz="1600" b="0">
                <a:latin typeface="Arial MT"/>
                <a:cs typeface="Arial MT"/>
              </a:rPr>
              <a:t>percentages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and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reliable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spc="-20" b="0">
                <a:latin typeface="Arial MT"/>
                <a:cs typeface="Arial MT"/>
              </a:rPr>
              <a:t>data.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1600">
              <a:latin typeface="Arial MT"/>
              <a:cs typeface="Arial MT"/>
            </a:endParaRPr>
          </a:p>
          <a:p>
            <a:pPr marL="233045">
              <a:lnSpc>
                <a:spcPct val="100000"/>
              </a:lnSpc>
              <a:spcBef>
                <a:spcPts val="5"/>
              </a:spcBef>
            </a:pPr>
            <a:r>
              <a:rPr dirty="0"/>
              <a:t>OOP </a:t>
            </a:r>
            <a:r>
              <a:rPr dirty="0" spc="-10"/>
              <a:t>Demonstration</a:t>
            </a:r>
          </a:p>
          <a:p>
            <a:pPr marL="233045" marR="222250">
              <a:lnSpc>
                <a:spcPct val="117200"/>
              </a:lnSpc>
              <a:spcBef>
                <a:spcPts val="555"/>
              </a:spcBef>
            </a:pPr>
            <a:r>
              <a:rPr dirty="0" sz="1600" b="0">
                <a:latin typeface="Arial MT"/>
                <a:cs typeface="Arial MT"/>
              </a:rPr>
              <a:t>Clear</a:t>
            </a:r>
            <a:r>
              <a:rPr dirty="0" sz="1600" spc="3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implementation</a:t>
            </a:r>
            <a:r>
              <a:rPr dirty="0" sz="1600" spc="3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of</a:t>
            </a:r>
            <a:r>
              <a:rPr dirty="0" sz="1600" spc="4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abstraction,</a:t>
            </a:r>
            <a:r>
              <a:rPr dirty="0" sz="1600" spc="3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inheritance,</a:t>
            </a:r>
            <a:r>
              <a:rPr dirty="0" sz="1600" spc="4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polymorphism,</a:t>
            </a:r>
            <a:r>
              <a:rPr dirty="0" sz="1600" spc="3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and</a:t>
            </a:r>
            <a:r>
              <a:rPr dirty="0" sz="1600" spc="4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collections</a:t>
            </a:r>
            <a:r>
              <a:rPr dirty="0" sz="1600" spc="3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showcases</a:t>
            </a:r>
            <a:r>
              <a:rPr dirty="0" sz="1600" spc="35" b="0">
                <a:latin typeface="Arial MT"/>
                <a:cs typeface="Arial MT"/>
              </a:rPr>
              <a:t> </a:t>
            </a:r>
            <a:r>
              <a:rPr dirty="0" sz="1600" spc="-10" b="0">
                <a:latin typeface="Arial MT"/>
                <a:cs typeface="Arial MT"/>
              </a:rPr>
              <a:t>practical </a:t>
            </a:r>
            <a:r>
              <a:rPr dirty="0" sz="1600" b="0">
                <a:latin typeface="Arial MT"/>
                <a:cs typeface="Arial MT"/>
              </a:rPr>
              <a:t>OOP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concepts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spc="-10" b="0">
                <a:latin typeface="Arial MT"/>
                <a:cs typeface="Arial MT"/>
              </a:rPr>
              <a:t>effectively.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1600">
              <a:latin typeface="Arial MT"/>
              <a:cs typeface="Arial MT"/>
            </a:endParaRPr>
          </a:p>
          <a:p>
            <a:pPr marL="233045">
              <a:lnSpc>
                <a:spcPct val="100000"/>
              </a:lnSpc>
              <a:spcBef>
                <a:spcPts val="5"/>
              </a:spcBef>
            </a:pPr>
            <a:r>
              <a:rPr dirty="0"/>
              <a:t>Extensible </a:t>
            </a:r>
            <a:r>
              <a:rPr dirty="0" spc="-10"/>
              <a:t>Design</a:t>
            </a:r>
          </a:p>
          <a:p>
            <a:pPr marL="233045" marR="313055">
              <a:lnSpc>
                <a:spcPct val="117200"/>
              </a:lnSpc>
              <a:spcBef>
                <a:spcPts val="555"/>
              </a:spcBef>
            </a:pPr>
            <a:r>
              <a:rPr dirty="0" sz="1600" b="0">
                <a:latin typeface="Arial MT"/>
                <a:cs typeface="Arial MT"/>
              </a:rPr>
              <a:t>Can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be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enhanced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with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database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integration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for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persistent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storage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and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GUI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interface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using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Swing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spc="-25" b="0">
                <a:latin typeface="Arial MT"/>
                <a:cs typeface="Arial MT"/>
              </a:rPr>
              <a:t>or </a:t>
            </a:r>
            <a:r>
              <a:rPr dirty="0" sz="1600" b="0">
                <a:latin typeface="Arial MT"/>
                <a:cs typeface="Arial MT"/>
              </a:rPr>
              <a:t>JavaFX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for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improved</a:t>
            </a:r>
            <a:r>
              <a:rPr dirty="0" sz="1600" spc="25" b="0">
                <a:latin typeface="Arial MT"/>
                <a:cs typeface="Arial MT"/>
              </a:rPr>
              <a:t> </a:t>
            </a:r>
            <a:r>
              <a:rPr dirty="0" sz="1600" spc="-10" b="0">
                <a:latin typeface="Arial MT"/>
                <a:cs typeface="Arial MT"/>
              </a:rPr>
              <a:t>usability.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1600">
              <a:latin typeface="Arial MT"/>
              <a:cs typeface="Arial MT"/>
            </a:endParaRPr>
          </a:p>
          <a:p>
            <a:pPr marL="12700" marR="638175">
              <a:lnSpc>
                <a:spcPct val="117200"/>
              </a:lnSpc>
            </a:pPr>
            <a:r>
              <a:rPr dirty="0" sz="1600"/>
              <a:t>Future</a:t>
            </a:r>
            <a:r>
              <a:rPr dirty="0" sz="1600" spc="35"/>
              <a:t> </a:t>
            </a:r>
            <a:r>
              <a:rPr dirty="0" sz="1600"/>
              <a:t>Enhancements:</a:t>
            </a:r>
            <a:r>
              <a:rPr dirty="0" sz="1600" spc="40"/>
              <a:t> </a:t>
            </a:r>
            <a:r>
              <a:rPr dirty="0" sz="1600" b="0">
                <a:latin typeface="Arial MT"/>
                <a:cs typeface="Arial MT"/>
              </a:rPr>
              <a:t>Database</a:t>
            </a:r>
            <a:r>
              <a:rPr dirty="0" sz="1600" spc="4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connectivity</a:t>
            </a:r>
            <a:r>
              <a:rPr dirty="0" sz="1600" spc="35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(MySQL/PostgreSQL),</a:t>
            </a:r>
            <a:r>
              <a:rPr dirty="0" sz="1600" spc="4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web-based</a:t>
            </a:r>
            <a:r>
              <a:rPr dirty="0" sz="1600" spc="4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interface,</a:t>
            </a:r>
            <a:r>
              <a:rPr dirty="0" sz="1600" spc="40" b="0">
                <a:latin typeface="Arial MT"/>
                <a:cs typeface="Arial MT"/>
              </a:rPr>
              <a:t> </a:t>
            </a:r>
            <a:r>
              <a:rPr dirty="0" sz="1600" spc="-10" b="0">
                <a:latin typeface="Arial MT"/>
                <a:cs typeface="Arial MT"/>
              </a:rPr>
              <a:t>email </a:t>
            </a:r>
            <a:r>
              <a:rPr dirty="0" sz="1600" b="0">
                <a:latin typeface="Arial MT"/>
                <a:cs typeface="Arial MT"/>
              </a:rPr>
              <a:t>notifications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for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low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attendance,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and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integration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with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institutional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b="0">
                <a:latin typeface="Arial MT"/>
                <a:cs typeface="Arial MT"/>
              </a:rPr>
              <a:t>management</a:t>
            </a:r>
            <a:r>
              <a:rPr dirty="0" sz="1600" spc="30" b="0">
                <a:latin typeface="Arial MT"/>
                <a:cs typeface="Arial MT"/>
              </a:rPr>
              <a:t> </a:t>
            </a:r>
            <a:r>
              <a:rPr dirty="0" sz="1600" spc="-10" b="0">
                <a:latin typeface="Arial MT"/>
                <a:cs typeface="Arial MT"/>
              </a:rPr>
              <a:t>systems.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N_38_Suranjan Kuila</dc:creator>
  <cp:keywords>DAHFPB0ga6k,BAGg4BsyGhw,0</cp:keywords>
  <dc:title>Student-Attendance-Management-System.pptx</dc:title>
  <dcterms:created xsi:type="dcterms:W3CDTF">2026-03-28T12:25:10Z</dcterms:created>
  <dcterms:modified xsi:type="dcterms:W3CDTF">2026-03-28T12:25:10Z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2026-03-28T00:00:00Z</vt:filetime>
  </property>
  <property fmtid="{D5CDD505-2E9C-101B-9397-08002B2CF9AE}" pid="3" name="Creator">
    <vt:lpwstr>Canva</vt:lpwstr>
  </property>
  <property fmtid="{D5CDD505-2E9C-101B-9397-08002B2CF9AE}" pid="4" name="LastSaved">
    <vt:filetime>2026-03-28T00:00:00Z</vt:filetime>
  </property>
  <property fmtid="{D5CDD505-2E9C-101B-9397-08002B2CF9AE}" pid="5" name="Producer">
    <vt:lpwstr>Canva</vt:lpwstr>
  </property>
</Properties>
</file>